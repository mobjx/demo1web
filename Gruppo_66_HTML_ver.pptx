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4" r:id="rId8"/>
    <p:sldId id="263" r:id="rId9"/>
    <p:sldId id="262" r:id="rId10"/>
    <p:sldId id="261" r:id="rId11"/>
    <p:sldId id="269" r:id="rId12"/>
    <p:sldId id="266" r:id="rId13"/>
    <p:sldId id="267" r:id="rId14"/>
    <p:sldId id="268" r:id="rId15"/>
    <p:sldId id="270" r:id="rId16"/>
    <p:sldId id="284" r:id="rId17"/>
    <p:sldId id="272" r:id="rId18"/>
    <p:sldId id="274" r:id="rId19"/>
    <p:sldId id="275" r:id="rId20"/>
    <p:sldId id="276" r:id="rId21"/>
    <p:sldId id="277" r:id="rId22"/>
    <p:sldId id="278" r:id="rId23"/>
    <p:sldId id="280" r:id="rId24"/>
    <p:sldId id="281" r:id="rId25"/>
    <p:sldId id="282" r:id="rId26"/>
    <p:sldId id="283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A078"/>
    <a:srgbClr val="333333"/>
    <a:srgbClr val="CCA6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AD766B-0EA8-4B32-8010-CDFDC5642C76}" v="271" dt="2023-06-28T10:46:30.174"/>
    <p1510:client id="{1D293766-D574-4BD9-814E-A151AF75A4B5}" v="17" dt="2023-06-28T12:02:12.199"/>
    <p1510:client id="{969373B7-4D48-4616-BBA7-C85A326F15EB}" v="2130" dt="2023-06-28T00:41:46.904"/>
    <p1510:client id="{CCCA162F-B64D-4521-9E33-B847C7BC2F47}" v="77" dt="2023-06-30T20:30:41.0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4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i ximeng" userId="5bf5a313a20e58d1" providerId="Windows Live" clId="Web-{1D293766-D574-4BD9-814E-A151AF75A4B5}"/>
    <pc:docChg chg="addSld delSld modSld">
      <pc:chgData name="cai ximeng" userId="5bf5a313a20e58d1" providerId="Windows Live" clId="Web-{1D293766-D574-4BD9-814E-A151AF75A4B5}" dt="2023-06-28T12:02:12.199" v="12" actId="1076"/>
      <pc:docMkLst>
        <pc:docMk/>
      </pc:docMkLst>
      <pc:sldChg chg="modSp">
        <pc:chgData name="cai ximeng" userId="5bf5a313a20e58d1" providerId="Windows Live" clId="Web-{1D293766-D574-4BD9-814E-A151AF75A4B5}" dt="2023-06-28T08:43:02.882" v="0" actId="20577"/>
        <pc:sldMkLst>
          <pc:docMk/>
          <pc:sldMk cId="703088496" sldId="256"/>
        </pc:sldMkLst>
        <pc:spChg chg="mod">
          <ac:chgData name="cai ximeng" userId="5bf5a313a20e58d1" providerId="Windows Live" clId="Web-{1D293766-D574-4BD9-814E-A151AF75A4B5}" dt="2023-06-28T08:43:02.882" v="0" actId="20577"/>
          <ac:spMkLst>
            <pc:docMk/>
            <pc:sldMk cId="703088496" sldId="256"/>
            <ac:spMk id="4" creationId="{7861FF41-390F-3492-BC06-ECFCA4FCCFCC}"/>
          </ac:spMkLst>
        </pc:spChg>
      </pc:sldChg>
      <pc:sldChg chg="modSp">
        <pc:chgData name="cai ximeng" userId="5bf5a313a20e58d1" providerId="Windows Live" clId="Web-{1D293766-D574-4BD9-814E-A151AF75A4B5}" dt="2023-06-28T08:51:24.182" v="8" actId="20577"/>
        <pc:sldMkLst>
          <pc:docMk/>
          <pc:sldMk cId="1548339795" sldId="270"/>
        </pc:sldMkLst>
        <pc:spChg chg="mod">
          <ac:chgData name="cai ximeng" userId="5bf5a313a20e58d1" providerId="Windows Live" clId="Web-{1D293766-D574-4BD9-814E-A151AF75A4B5}" dt="2023-06-28T08:51:24.182" v="8" actId="20577"/>
          <ac:spMkLst>
            <pc:docMk/>
            <pc:sldMk cId="1548339795" sldId="270"/>
            <ac:spMk id="16" creationId="{EEDB1B41-3235-BBAC-68FC-4BF91137FBCB}"/>
          </ac:spMkLst>
        </pc:spChg>
      </pc:sldChg>
      <pc:sldChg chg="modSp">
        <pc:chgData name="cai ximeng" userId="5bf5a313a20e58d1" providerId="Windows Live" clId="Web-{1D293766-D574-4BD9-814E-A151AF75A4B5}" dt="2023-06-28T12:02:12.199" v="12" actId="1076"/>
        <pc:sldMkLst>
          <pc:docMk/>
          <pc:sldMk cId="1857895110" sldId="275"/>
        </pc:sldMkLst>
        <pc:picChg chg="mod">
          <ac:chgData name="cai ximeng" userId="5bf5a313a20e58d1" providerId="Windows Live" clId="Web-{1D293766-D574-4BD9-814E-A151AF75A4B5}" dt="2023-06-28T12:02:12.199" v="12" actId="1076"/>
          <ac:picMkLst>
            <pc:docMk/>
            <pc:sldMk cId="1857895110" sldId="275"/>
            <ac:picMk id="2" creationId="{F1F123BB-75AE-0150-4693-137C06307883}"/>
          </ac:picMkLst>
        </pc:picChg>
      </pc:sldChg>
      <pc:sldChg chg="add del replId">
        <pc:chgData name="cai ximeng" userId="5bf5a313a20e58d1" providerId="Windows Live" clId="Web-{1D293766-D574-4BD9-814E-A151AF75A4B5}" dt="2023-06-28T11:25:55.144" v="10"/>
        <pc:sldMkLst>
          <pc:docMk/>
          <pc:sldMk cId="75768939" sldId="284"/>
        </pc:sldMkLst>
      </pc:sldChg>
      <pc:sldChg chg="add del replId">
        <pc:chgData name="cai ximeng" userId="5bf5a313a20e58d1" providerId="Windows Live" clId="Web-{1D293766-D574-4BD9-814E-A151AF75A4B5}" dt="2023-06-28T08:49:23.193" v="2"/>
        <pc:sldMkLst>
          <pc:docMk/>
          <pc:sldMk cId="453825038" sldId="284"/>
        </pc:sldMkLst>
      </pc:sldChg>
      <pc:sldChg chg="add replId">
        <pc:chgData name="cai ximeng" userId="5bf5a313a20e58d1" providerId="Windows Live" clId="Web-{1D293766-D574-4BD9-814E-A151AF75A4B5}" dt="2023-06-28T11:26:12.785" v="11"/>
        <pc:sldMkLst>
          <pc:docMk/>
          <pc:sldMk cId="1300935409" sldId="284"/>
        </pc:sldMkLst>
      </pc:sldChg>
      <pc:sldChg chg="add del replId">
        <pc:chgData name="cai ximeng" userId="5bf5a313a20e58d1" providerId="Windows Live" clId="Web-{1D293766-D574-4BD9-814E-A151AF75A4B5}" dt="2023-06-28T08:51:09.103" v="6"/>
        <pc:sldMkLst>
          <pc:docMk/>
          <pc:sldMk cId="3347200360" sldId="284"/>
        </pc:sldMkLst>
      </pc:sldChg>
    </pc:docChg>
  </pc:docChgLst>
  <pc:docChgLst>
    <pc:chgData clId="Web-{969373B7-4D48-4616-BBA7-C85A326F15EB}"/>
    <pc:docChg chg="modSld">
      <pc:chgData name="" userId="" providerId="" clId="Web-{969373B7-4D48-4616-BBA7-C85A326F15EB}" dt="2023-06-27T15:59:39.781" v="0" actId="20577"/>
      <pc:docMkLst>
        <pc:docMk/>
      </pc:docMkLst>
      <pc:sldChg chg="modSp">
        <pc:chgData name="" userId="" providerId="" clId="Web-{969373B7-4D48-4616-BBA7-C85A326F15EB}" dt="2023-06-27T15:59:39.781" v="0" actId="20577"/>
        <pc:sldMkLst>
          <pc:docMk/>
          <pc:sldMk cId="564756146" sldId="260"/>
        </pc:sldMkLst>
        <pc:spChg chg="mod">
          <ac:chgData name="" userId="" providerId="" clId="Web-{969373B7-4D48-4616-BBA7-C85A326F15EB}" dt="2023-06-27T15:59:39.781" v="0" actId="20577"/>
          <ac:spMkLst>
            <pc:docMk/>
            <pc:sldMk cId="564756146" sldId="260"/>
            <ac:spMk id="5" creationId="{234FE58B-CAD1-B140-A334-362E9F861ADD}"/>
          </ac:spMkLst>
        </pc:spChg>
      </pc:sldChg>
    </pc:docChg>
  </pc:docChgLst>
  <pc:docChgLst>
    <pc:chgData name="cai ximeng" userId="5bf5a313a20e58d1" providerId="Windows Live" clId="Web-{969373B7-4D48-4616-BBA7-C85A326F15EB}"/>
    <pc:docChg chg="addSld modSld sldOrd addMainMaster delMainMaster">
      <pc:chgData name="cai ximeng" userId="5bf5a313a20e58d1" providerId="Windows Live" clId="Web-{969373B7-4D48-4616-BBA7-C85A326F15EB}" dt="2023-06-28T00:41:45.404" v="1991" actId="20577"/>
      <pc:docMkLst>
        <pc:docMk/>
      </pc:docMkLst>
      <pc:sldChg chg="addSp delSp modSp mod setBg modClrScheme chgLayout">
        <pc:chgData name="cai ximeng" userId="5bf5a313a20e58d1" providerId="Windows Live" clId="Web-{969373B7-4D48-4616-BBA7-C85A326F15EB}" dt="2023-06-27T15:19:54.251" v="167" actId="1076"/>
        <pc:sldMkLst>
          <pc:docMk/>
          <pc:sldMk cId="703088496" sldId="256"/>
        </pc:sldMkLst>
        <pc:spChg chg="del mod">
          <ac:chgData name="cai ximeng" userId="5bf5a313a20e58d1" providerId="Windows Live" clId="Web-{969373B7-4D48-4616-BBA7-C85A326F15EB}" dt="2023-06-27T15:08:05.294" v="79"/>
          <ac:spMkLst>
            <pc:docMk/>
            <pc:sldMk cId="703088496" sldId="256"/>
            <ac:spMk id="2" creationId="{00000000-0000-0000-0000-000000000000}"/>
          </ac:spMkLst>
        </pc:spChg>
        <pc:spChg chg="mod">
          <ac:chgData name="cai ximeng" userId="5bf5a313a20e58d1" providerId="Windows Live" clId="Web-{969373B7-4D48-4616-BBA7-C85A326F15EB}" dt="2023-06-27T15:08:12.795" v="81" actId="1076"/>
          <ac:spMkLst>
            <pc:docMk/>
            <pc:sldMk cId="703088496" sldId="256"/>
            <ac:spMk id="3" creationId="{00000000-0000-0000-0000-000000000000}"/>
          </ac:spMkLst>
        </pc:spChg>
        <pc:spChg chg="add mod">
          <ac:chgData name="cai ximeng" userId="5bf5a313a20e58d1" providerId="Windows Live" clId="Web-{969373B7-4D48-4616-BBA7-C85A326F15EB}" dt="2023-06-27T15:19:54.251" v="167" actId="1076"/>
          <ac:spMkLst>
            <pc:docMk/>
            <pc:sldMk cId="703088496" sldId="256"/>
            <ac:spMk id="4" creationId="{7861FF41-390F-3492-BC06-ECFCA4FCCFCC}"/>
          </ac:spMkLst>
        </pc:spChg>
        <pc:spChg chg="add mod">
          <ac:chgData name="cai ximeng" userId="5bf5a313a20e58d1" providerId="Windows Live" clId="Web-{969373B7-4D48-4616-BBA7-C85A326F15EB}" dt="2023-06-27T15:19:51.829" v="166" actId="20577"/>
          <ac:spMkLst>
            <pc:docMk/>
            <pc:sldMk cId="703088496" sldId="256"/>
            <ac:spMk id="5" creationId="{B1C0C7C5-7B4D-ECDE-D1BC-7969440B6009}"/>
          </ac:spMkLst>
        </pc:spChg>
        <pc:spChg chg="add del">
          <ac:chgData name="cai ximeng" userId="5bf5a313a20e58d1" providerId="Windows Live" clId="Web-{969373B7-4D48-4616-BBA7-C85A326F15EB}" dt="2023-06-27T15:03:43.432" v="1"/>
          <ac:spMkLst>
            <pc:docMk/>
            <pc:sldMk cId="703088496" sldId="256"/>
            <ac:spMk id="8" creationId="{61C87CFA-6ED6-4F6B-81D6-D59CE51B23CF}"/>
          </ac:spMkLst>
        </pc:spChg>
        <pc:spChg chg="add del">
          <ac:chgData name="cai ximeng" userId="5bf5a313a20e58d1" providerId="Windows Live" clId="Web-{969373B7-4D48-4616-BBA7-C85A326F15EB}" dt="2023-06-27T15:04:05.590" v="3"/>
          <ac:spMkLst>
            <pc:docMk/>
            <pc:sldMk cId="703088496" sldId="256"/>
            <ac:spMk id="40" creationId="{1A8638C4-229F-4EA3-8073-1DA25B97D0C3}"/>
          </ac:spMkLst>
        </pc:spChg>
        <pc:spChg chg="add del">
          <ac:chgData name="cai ximeng" userId="5bf5a313a20e58d1" providerId="Windows Live" clId="Web-{969373B7-4D48-4616-BBA7-C85A326F15EB}" dt="2023-06-27T15:04:05.590" v="3"/>
          <ac:spMkLst>
            <pc:docMk/>
            <pc:sldMk cId="703088496" sldId="256"/>
            <ac:spMk id="52" creationId="{DA749183-2754-493F-87B0-F3C915846817}"/>
          </ac:spMkLst>
        </pc:spChg>
        <pc:spChg chg="add del">
          <ac:chgData name="cai ximeng" userId="5bf5a313a20e58d1" providerId="Windows Live" clId="Web-{969373B7-4D48-4616-BBA7-C85A326F15EB}" dt="2023-06-27T15:04:11.637" v="5"/>
          <ac:spMkLst>
            <pc:docMk/>
            <pc:sldMk cId="703088496" sldId="256"/>
            <ac:spMk id="57" creationId="{3FA49195-69EB-4E39-A68A-C232E2D03EF8}"/>
          </ac:spMkLst>
        </pc:spChg>
        <pc:spChg chg="add del">
          <ac:chgData name="cai ximeng" userId="5bf5a313a20e58d1" providerId="Windows Live" clId="Web-{969373B7-4D48-4616-BBA7-C85A326F15EB}" dt="2023-06-27T15:04:15.325" v="7"/>
          <ac:spMkLst>
            <pc:docMk/>
            <pc:sldMk cId="703088496" sldId="256"/>
            <ac:spMk id="61" creationId="{3987CAC5-608C-4637-9F4D-19E8797820AF}"/>
          </ac:spMkLst>
        </pc:spChg>
        <pc:spChg chg="add del">
          <ac:chgData name="cai ximeng" userId="5bf5a313a20e58d1" providerId="Windows Live" clId="Web-{969373B7-4D48-4616-BBA7-C85A326F15EB}" dt="2023-06-27T15:04:15.325" v="7"/>
          <ac:spMkLst>
            <pc:docMk/>
            <pc:sldMk cId="703088496" sldId="256"/>
            <ac:spMk id="62" creationId="{FB5ABED4-61CA-4171-AF06-7F3D59612805}"/>
          </ac:spMkLst>
        </pc:spChg>
        <pc:spChg chg="add del">
          <ac:chgData name="cai ximeng" userId="5bf5a313a20e58d1" providerId="Windows Live" clId="Web-{969373B7-4D48-4616-BBA7-C85A326F15EB}" dt="2023-06-27T15:04:15.325" v="7"/>
          <ac:spMkLst>
            <pc:docMk/>
            <pc:sldMk cId="703088496" sldId="256"/>
            <ac:spMk id="63" creationId="{7038AD67-DDAB-47CB-9177-5DE55ED1B306}"/>
          </ac:spMkLst>
        </pc:spChg>
        <pc:spChg chg="add del">
          <ac:chgData name="cai ximeng" userId="5bf5a313a20e58d1" providerId="Windows Live" clId="Web-{969373B7-4D48-4616-BBA7-C85A326F15EB}" dt="2023-06-27T15:04:15.325" v="7"/>
          <ac:spMkLst>
            <pc:docMk/>
            <pc:sldMk cId="703088496" sldId="256"/>
            <ac:spMk id="64" creationId="{8BBC997F-3436-4A66-ABD7-075554AE433B}"/>
          </ac:spMkLst>
        </pc:spChg>
        <pc:spChg chg="add del">
          <ac:chgData name="cai ximeng" userId="5bf5a313a20e58d1" providerId="Windows Live" clId="Web-{969373B7-4D48-4616-BBA7-C85A326F15EB}" dt="2023-06-27T15:04:15.325" v="7"/>
          <ac:spMkLst>
            <pc:docMk/>
            <pc:sldMk cId="703088496" sldId="256"/>
            <ac:spMk id="65" creationId="{7534DA17-9FF4-41C4-9EB3-0116A286C9F8}"/>
          </ac:spMkLst>
        </pc:spChg>
        <pc:spChg chg="add">
          <ac:chgData name="cai ximeng" userId="5bf5a313a20e58d1" providerId="Windows Live" clId="Web-{969373B7-4D48-4616-BBA7-C85A326F15EB}" dt="2023-06-27T15:04:15.387" v="8"/>
          <ac:spMkLst>
            <pc:docMk/>
            <pc:sldMk cId="703088496" sldId="256"/>
            <ac:spMk id="67" creationId="{3FA49195-69EB-4E39-A68A-C232E2D03EF8}"/>
          </ac:spMkLst>
        </pc:spChg>
        <pc:grpChg chg="add del">
          <ac:chgData name="cai ximeng" userId="5bf5a313a20e58d1" providerId="Windows Live" clId="Web-{969373B7-4D48-4616-BBA7-C85A326F15EB}" dt="2023-06-27T15:04:05.590" v="3"/>
          <ac:grpSpMkLst>
            <pc:docMk/>
            <pc:sldMk cId="703088496" sldId="256"/>
            <ac:grpSpMk id="12" creationId="{C2AA28E9-5E96-454C-B3A3-343E8B043403}"/>
          </ac:grpSpMkLst>
        </pc:grpChg>
        <pc:grpChg chg="add del">
          <ac:chgData name="cai ximeng" userId="5bf5a313a20e58d1" providerId="Windows Live" clId="Web-{969373B7-4D48-4616-BBA7-C85A326F15EB}" dt="2023-06-27T15:04:05.590" v="3"/>
          <ac:grpSpMkLst>
            <pc:docMk/>
            <pc:sldMk cId="703088496" sldId="256"/>
            <ac:grpSpMk id="41" creationId="{5ADCD759-8574-4BF7-8D61-F42F8D777F0B}"/>
          </ac:grpSpMkLst>
        </pc:grpChg>
        <pc:grpChg chg="add del">
          <ac:chgData name="cai ximeng" userId="5bf5a313a20e58d1" providerId="Windows Live" clId="Web-{969373B7-4D48-4616-BBA7-C85A326F15EB}" dt="2023-06-27T15:04:05.590" v="3"/>
          <ac:grpSpMkLst>
            <pc:docMk/>
            <pc:sldMk cId="703088496" sldId="256"/>
            <ac:grpSpMk id="53" creationId="{787E7F45-6639-4E33-B60A-B8079DCB967E}"/>
          </ac:grpSpMkLst>
        </pc:grpChg>
        <pc:cxnChg chg="add del">
          <ac:chgData name="cai ximeng" userId="5bf5a313a20e58d1" providerId="Windows Live" clId="Web-{969373B7-4D48-4616-BBA7-C85A326F15EB}" dt="2023-06-27T15:03:43.432" v="1"/>
          <ac:cxnSpMkLst>
            <pc:docMk/>
            <pc:sldMk cId="703088496" sldId="256"/>
            <ac:cxnSpMk id="10" creationId="{FFE848E9-600C-48BF-9784-F0B7E289AFDE}"/>
          </ac:cxnSpMkLst>
        </pc:cxnChg>
        <pc:cxnChg chg="add del">
          <ac:chgData name="cai ximeng" userId="5bf5a313a20e58d1" providerId="Windows Live" clId="Web-{969373B7-4D48-4616-BBA7-C85A326F15EB}" dt="2023-06-27T15:04:11.637" v="5"/>
          <ac:cxnSpMkLst>
            <pc:docMk/>
            <pc:sldMk cId="703088496" sldId="256"/>
            <ac:cxnSpMk id="14" creationId="{14C10EA2-1BD8-4267-AA7D-AB8CCA53C3D7}"/>
          </ac:cxnSpMkLst>
        </pc:cxnChg>
        <pc:cxnChg chg="add del">
          <ac:chgData name="cai ximeng" userId="5bf5a313a20e58d1" providerId="Windows Live" clId="Web-{969373B7-4D48-4616-BBA7-C85A326F15EB}" dt="2023-06-27T15:04:11.637" v="5"/>
          <ac:cxnSpMkLst>
            <pc:docMk/>
            <pc:sldMk cId="703088496" sldId="256"/>
            <ac:cxnSpMk id="16" creationId="{EE593BB5-7AFA-4C8F-AECA-CE733B1FD09E}"/>
          </ac:cxnSpMkLst>
        </pc:cxnChg>
        <pc:cxnChg chg="add del">
          <ac:chgData name="cai ximeng" userId="5bf5a313a20e58d1" providerId="Windows Live" clId="Web-{969373B7-4D48-4616-BBA7-C85A326F15EB}" dt="2023-06-27T15:04:11.637" v="5"/>
          <ac:cxnSpMkLst>
            <pc:docMk/>
            <pc:sldMk cId="703088496" sldId="256"/>
            <ac:cxnSpMk id="18" creationId="{F521483B-CE28-412B-9C71-9BE081E9DCE3}"/>
          </ac:cxnSpMkLst>
        </pc:cxnChg>
        <pc:cxnChg chg="add del">
          <ac:chgData name="cai ximeng" userId="5bf5a313a20e58d1" providerId="Windows Live" clId="Web-{969373B7-4D48-4616-BBA7-C85A326F15EB}" dt="2023-06-27T15:04:11.637" v="5"/>
          <ac:cxnSpMkLst>
            <pc:docMk/>
            <pc:sldMk cId="703088496" sldId="256"/>
            <ac:cxnSpMk id="20" creationId="{6BD75F78-4912-4FB5-834D-1817BF0A26DF}"/>
          </ac:cxnSpMkLst>
        </pc:cxnChg>
        <pc:cxnChg chg="add del">
          <ac:chgData name="cai ximeng" userId="5bf5a313a20e58d1" providerId="Windows Live" clId="Web-{969373B7-4D48-4616-BBA7-C85A326F15EB}" dt="2023-06-27T15:04:11.637" v="5"/>
          <ac:cxnSpMkLst>
            <pc:docMk/>
            <pc:sldMk cId="703088496" sldId="256"/>
            <ac:cxnSpMk id="22" creationId="{EC9F4738-DD27-44BE-98C6-AB0B2296BD26}"/>
          </ac:cxnSpMkLst>
        </pc:cxnChg>
        <pc:cxnChg chg="add del">
          <ac:chgData name="cai ximeng" userId="5bf5a313a20e58d1" providerId="Windows Live" clId="Web-{969373B7-4D48-4616-BBA7-C85A326F15EB}" dt="2023-06-27T15:04:11.637" v="5"/>
          <ac:cxnSpMkLst>
            <pc:docMk/>
            <pc:sldMk cId="703088496" sldId="256"/>
            <ac:cxnSpMk id="58" creationId="{13280B82-CD55-43FD-92C4-F05E2A8D1367}"/>
          </ac:cxnSpMkLst>
        </pc:cxnChg>
        <pc:cxnChg chg="add del">
          <ac:chgData name="cai ximeng" userId="5bf5a313a20e58d1" providerId="Windows Live" clId="Web-{969373B7-4D48-4616-BBA7-C85A326F15EB}" dt="2023-06-27T15:04:11.637" v="5"/>
          <ac:cxnSpMkLst>
            <pc:docMk/>
            <pc:sldMk cId="703088496" sldId="256"/>
            <ac:cxnSpMk id="59" creationId="{A4D9248B-0006-4BFE-8110-40C16E45C0AC}"/>
          </ac:cxnSpMkLst>
        </pc:cxnChg>
        <pc:cxnChg chg="add">
          <ac:chgData name="cai ximeng" userId="5bf5a313a20e58d1" providerId="Windows Live" clId="Web-{969373B7-4D48-4616-BBA7-C85A326F15EB}" dt="2023-06-27T15:04:15.387" v="8"/>
          <ac:cxnSpMkLst>
            <pc:docMk/>
            <pc:sldMk cId="703088496" sldId="256"/>
            <ac:cxnSpMk id="68" creationId="{13280B82-CD55-43FD-92C4-F05E2A8D1367}"/>
          </ac:cxnSpMkLst>
        </pc:cxnChg>
        <pc:cxnChg chg="add">
          <ac:chgData name="cai ximeng" userId="5bf5a313a20e58d1" providerId="Windows Live" clId="Web-{969373B7-4D48-4616-BBA7-C85A326F15EB}" dt="2023-06-27T15:04:15.387" v="8"/>
          <ac:cxnSpMkLst>
            <pc:docMk/>
            <pc:sldMk cId="703088496" sldId="256"/>
            <ac:cxnSpMk id="69" creationId="{A4D9248B-0006-4BFE-8110-40C16E45C0AC}"/>
          </ac:cxnSpMkLst>
        </pc:cxnChg>
        <pc:cxnChg chg="add">
          <ac:chgData name="cai ximeng" userId="5bf5a313a20e58d1" providerId="Windows Live" clId="Web-{969373B7-4D48-4616-BBA7-C85A326F15EB}" dt="2023-06-27T15:04:15.387" v="8"/>
          <ac:cxnSpMkLst>
            <pc:docMk/>
            <pc:sldMk cId="703088496" sldId="256"/>
            <ac:cxnSpMk id="70" creationId="{14C10EA2-1BD8-4267-AA7D-AB8CCA53C3D7}"/>
          </ac:cxnSpMkLst>
        </pc:cxnChg>
        <pc:cxnChg chg="add">
          <ac:chgData name="cai ximeng" userId="5bf5a313a20e58d1" providerId="Windows Live" clId="Web-{969373B7-4D48-4616-BBA7-C85A326F15EB}" dt="2023-06-27T15:04:15.387" v="8"/>
          <ac:cxnSpMkLst>
            <pc:docMk/>
            <pc:sldMk cId="703088496" sldId="256"/>
            <ac:cxnSpMk id="71" creationId="{EE593BB5-7AFA-4C8F-AECA-CE733B1FD09E}"/>
          </ac:cxnSpMkLst>
        </pc:cxnChg>
        <pc:cxnChg chg="add">
          <ac:chgData name="cai ximeng" userId="5bf5a313a20e58d1" providerId="Windows Live" clId="Web-{969373B7-4D48-4616-BBA7-C85A326F15EB}" dt="2023-06-27T15:04:15.387" v="8"/>
          <ac:cxnSpMkLst>
            <pc:docMk/>
            <pc:sldMk cId="703088496" sldId="256"/>
            <ac:cxnSpMk id="72" creationId="{F521483B-CE28-412B-9C71-9BE081E9DCE3}"/>
          </ac:cxnSpMkLst>
        </pc:cxnChg>
        <pc:cxnChg chg="add">
          <ac:chgData name="cai ximeng" userId="5bf5a313a20e58d1" providerId="Windows Live" clId="Web-{969373B7-4D48-4616-BBA7-C85A326F15EB}" dt="2023-06-27T15:04:15.387" v="8"/>
          <ac:cxnSpMkLst>
            <pc:docMk/>
            <pc:sldMk cId="703088496" sldId="256"/>
            <ac:cxnSpMk id="73" creationId="{6BD75F78-4912-4FB5-834D-1817BF0A26DF}"/>
          </ac:cxnSpMkLst>
        </pc:cxnChg>
        <pc:cxnChg chg="add">
          <ac:chgData name="cai ximeng" userId="5bf5a313a20e58d1" providerId="Windows Live" clId="Web-{969373B7-4D48-4616-BBA7-C85A326F15EB}" dt="2023-06-27T15:04:15.387" v="8"/>
          <ac:cxnSpMkLst>
            <pc:docMk/>
            <pc:sldMk cId="703088496" sldId="256"/>
            <ac:cxnSpMk id="74" creationId="{EC9F4738-DD27-44BE-98C6-AB0B2296BD26}"/>
          </ac:cxnSpMkLst>
        </pc:cxnChg>
      </pc:sldChg>
      <pc:sldChg chg="addSp delSp modSp new">
        <pc:chgData name="cai ximeng" userId="5bf5a313a20e58d1" providerId="Windows Live" clId="Web-{969373B7-4D48-4616-BBA7-C85A326F15EB}" dt="2023-06-27T23:38:10.670" v="525" actId="20577"/>
        <pc:sldMkLst>
          <pc:docMk/>
          <pc:sldMk cId="1857493155" sldId="257"/>
        </pc:sldMkLst>
        <pc:spChg chg="del mod">
          <ac:chgData name="cai ximeng" userId="5bf5a313a20e58d1" providerId="Windows Live" clId="Web-{969373B7-4D48-4616-BBA7-C85A326F15EB}" dt="2023-06-27T15:11:16.980" v="89"/>
          <ac:spMkLst>
            <pc:docMk/>
            <pc:sldMk cId="1857493155" sldId="257"/>
            <ac:spMk id="2" creationId="{1E0DAEAF-FE9A-ED23-5247-E139314BF291}"/>
          </ac:spMkLst>
        </pc:spChg>
        <pc:spChg chg="mod">
          <ac:chgData name="cai ximeng" userId="5bf5a313a20e58d1" providerId="Windows Live" clId="Web-{969373B7-4D48-4616-BBA7-C85A326F15EB}" dt="2023-06-27T23:38:10.670" v="525" actId="20577"/>
          <ac:spMkLst>
            <pc:docMk/>
            <pc:sldMk cId="1857493155" sldId="257"/>
            <ac:spMk id="3" creationId="{BD4491F8-7BB4-881D-B81C-F3E5E51A368C}"/>
          </ac:spMkLst>
        </pc:spChg>
        <pc:spChg chg="add mod">
          <ac:chgData name="cai ximeng" userId="5bf5a313a20e58d1" providerId="Windows Live" clId="Web-{969373B7-4D48-4616-BBA7-C85A326F15EB}" dt="2023-06-27T15:12:07.296" v="95" actId="1076"/>
          <ac:spMkLst>
            <pc:docMk/>
            <pc:sldMk cId="1857493155" sldId="257"/>
            <ac:spMk id="4" creationId="{995035FB-69C5-B278-09D6-159257064A20}"/>
          </ac:spMkLst>
        </pc:spChg>
      </pc:sldChg>
      <pc:sldChg chg="modSp add replId">
        <pc:chgData name="cai ximeng" userId="5bf5a313a20e58d1" providerId="Windows Live" clId="Web-{969373B7-4D48-4616-BBA7-C85A326F15EB}" dt="2023-06-27T23:42:01.098" v="551" actId="20577"/>
        <pc:sldMkLst>
          <pc:docMk/>
          <pc:sldMk cId="2542453397" sldId="258"/>
        </pc:sldMkLst>
        <pc:spChg chg="mod">
          <ac:chgData name="cai ximeng" userId="5bf5a313a20e58d1" providerId="Windows Live" clId="Web-{969373B7-4D48-4616-BBA7-C85A326F15EB}" dt="2023-06-27T23:42:01.098" v="551" actId="20577"/>
          <ac:spMkLst>
            <pc:docMk/>
            <pc:sldMk cId="2542453397" sldId="258"/>
            <ac:spMk id="3" creationId="{BD4491F8-7BB4-881D-B81C-F3E5E51A368C}"/>
          </ac:spMkLst>
        </pc:spChg>
      </pc:sldChg>
      <pc:sldChg chg="modSp add replId">
        <pc:chgData name="cai ximeng" userId="5bf5a313a20e58d1" providerId="Windows Live" clId="Web-{969373B7-4D48-4616-BBA7-C85A326F15EB}" dt="2023-06-27T23:44:09.929" v="567" actId="20577"/>
        <pc:sldMkLst>
          <pc:docMk/>
          <pc:sldMk cId="2171067284" sldId="259"/>
        </pc:sldMkLst>
        <pc:spChg chg="mod">
          <ac:chgData name="cai ximeng" userId="5bf5a313a20e58d1" providerId="Windows Live" clId="Web-{969373B7-4D48-4616-BBA7-C85A326F15EB}" dt="2023-06-27T23:44:09.929" v="567" actId="20577"/>
          <ac:spMkLst>
            <pc:docMk/>
            <pc:sldMk cId="2171067284" sldId="259"/>
            <ac:spMk id="3" creationId="{BD4491F8-7BB4-881D-B81C-F3E5E51A368C}"/>
          </ac:spMkLst>
        </pc:spChg>
      </pc:sldChg>
      <pc:sldChg chg="addSp delSp modSp add replId">
        <pc:chgData name="cai ximeng" userId="5bf5a313a20e58d1" providerId="Windows Live" clId="Web-{969373B7-4D48-4616-BBA7-C85A326F15EB}" dt="2023-06-27T23:28:31.076" v="490" actId="1076"/>
        <pc:sldMkLst>
          <pc:docMk/>
          <pc:sldMk cId="564756146" sldId="260"/>
        </pc:sldMkLst>
        <pc:spChg chg="del mod">
          <ac:chgData name="cai ximeng" userId="5bf5a313a20e58d1" providerId="Windows Live" clId="Web-{969373B7-4D48-4616-BBA7-C85A326F15EB}" dt="2023-06-27T15:26:49.093" v="203"/>
          <ac:spMkLst>
            <pc:docMk/>
            <pc:sldMk cId="564756146" sldId="260"/>
            <ac:spMk id="3" creationId="{BD4491F8-7BB4-881D-B81C-F3E5E51A368C}"/>
          </ac:spMkLst>
        </pc:spChg>
        <pc:spChg chg="mod">
          <ac:chgData name="cai ximeng" userId="5bf5a313a20e58d1" providerId="Windows Live" clId="Web-{969373B7-4D48-4616-BBA7-C85A326F15EB}" dt="2023-06-27T23:28:14.701" v="488" actId="1076"/>
          <ac:spMkLst>
            <pc:docMk/>
            <pc:sldMk cId="564756146" sldId="260"/>
            <ac:spMk id="4" creationId="{995035FB-69C5-B278-09D6-159257064A20}"/>
          </ac:spMkLst>
        </pc:spChg>
        <pc:spChg chg="add del mod">
          <ac:chgData name="cai ximeng" userId="5bf5a313a20e58d1" providerId="Windows Live" clId="Web-{969373B7-4D48-4616-BBA7-C85A326F15EB}" dt="2023-06-27T15:59:40.147" v="204"/>
          <ac:spMkLst>
            <pc:docMk/>
            <pc:sldMk cId="564756146" sldId="260"/>
            <ac:spMk id="5" creationId="{234FE58B-CAD1-B140-A334-362E9F861ADD}"/>
          </ac:spMkLst>
        </pc:spChg>
        <pc:spChg chg="add del mod">
          <ac:chgData name="cai ximeng" userId="5bf5a313a20e58d1" providerId="Windows Live" clId="Web-{969373B7-4D48-4616-BBA7-C85A326F15EB}" dt="2023-06-27T15:59:40.959" v="212"/>
          <ac:spMkLst>
            <pc:docMk/>
            <pc:sldMk cId="564756146" sldId="260"/>
            <ac:spMk id="6" creationId="{962C27FE-C907-96A7-5FEA-2D3B39E6875B}"/>
          </ac:spMkLst>
        </pc:spChg>
        <pc:spChg chg="add del mod">
          <ac:chgData name="cai ximeng" userId="5bf5a313a20e58d1" providerId="Windows Live" clId="Web-{969373B7-4D48-4616-BBA7-C85A326F15EB}" dt="2023-06-27T16:00:13.657" v="217"/>
          <ac:spMkLst>
            <pc:docMk/>
            <pc:sldMk cId="564756146" sldId="260"/>
            <ac:spMk id="6" creationId="{FAA92E90-3BA9-FA3D-C7FC-3660F9AFB389}"/>
          </ac:spMkLst>
        </pc:spChg>
        <pc:picChg chg="add del mod ord">
          <ac:chgData name="cai ximeng" userId="5bf5a313a20e58d1" providerId="Windows Live" clId="Web-{969373B7-4D48-4616-BBA7-C85A326F15EB}" dt="2023-06-27T15:59:40.912" v="211"/>
          <ac:picMkLst>
            <pc:docMk/>
            <pc:sldMk cId="564756146" sldId="260"/>
            <ac:picMk id="2" creationId="{962E7A4A-6979-83E5-3994-73B44B386AB1}"/>
          </ac:picMkLst>
        </pc:picChg>
        <pc:picChg chg="del mod">
          <ac:chgData name="cai ximeng" userId="5bf5a313a20e58d1" providerId="Windows Live" clId="Web-{969373B7-4D48-4616-BBA7-C85A326F15EB}" dt="2023-06-27T23:27:29.762" v="477"/>
          <ac:picMkLst>
            <pc:docMk/>
            <pc:sldMk cId="564756146" sldId="260"/>
            <ac:picMk id="2" creationId="{A96ECD7D-3A1D-D162-BD0E-F9BB99840734}"/>
          </ac:picMkLst>
        </pc:picChg>
        <pc:picChg chg="add mod">
          <ac:chgData name="cai ximeng" userId="5bf5a313a20e58d1" providerId="Windows Live" clId="Web-{969373B7-4D48-4616-BBA7-C85A326F15EB}" dt="2023-06-27T23:28:31.076" v="490" actId="1076"/>
          <ac:picMkLst>
            <pc:docMk/>
            <pc:sldMk cId="564756146" sldId="260"/>
            <ac:picMk id="3" creationId="{BFCA8EA7-507D-6BE7-8167-6540A4740241}"/>
          </ac:picMkLst>
        </pc:picChg>
        <pc:picChg chg="add del mod ord">
          <ac:chgData name="cai ximeng" userId="5bf5a313a20e58d1" providerId="Windows Live" clId="Web-{969373B7-4D48-4616-BBA7-C85A326F15EB}" dt="2023-06-27T16:00:10.891" v="215"/>
          <ac:picMkLst>
            <pc:docMk/>
            <pc:sldMk cId="564756146" sldId="260"/>
            <ac:picMk id="7" creationId="{FBC7EA8D-3AF1-465F-F446-D13F38A42C92}"/>
          </ac:picMkLst>
        </pc:picChg>
      </pc:sldChg>
      <pc:sldChg chg="modSp add ord replId">
        <pc:chgData name="cai ximeng" userId="5bf5a313a20e58d1" providerId="Windows Live" clId="Web-{969373B7-4D48-4616-BBA7-C85A326F15EB}" dt="2023-06-27T23:54:09.703" v="885" actId="1076"/>
        <pc:sldMkLst>
          <pc:docMk/>
          <pc:sldMk cId="3269316571" sldId="261"/>
        </pc:sldMkLst>
        <pc:spChg chg="mod">
          <ac:chgData name="cai ximeng" userId="5bf5a313a20e58d1" providerId="Windows Live" clId="Web-{969373B7-4D48-4616-BBA7-C85A326F15EB}" dt="2023-06-27T16:17:53.330" v="303" actId="1076"/>
          <ac:spMkLst>
            <pc:docMk/>
            <pc:sldMk cId="3269316571" sldId="261"/>
            <ac:spMk id="3" creationId="{BD4491F8-7BB4-881D-B81C-F3E5E51A368C}"/>
          </ac:spMkLst>
        </pc:spChg>
        <pc:spChg chg="mod">
          <ac:chgData name="cai ximeng" userId="5bf5a313a20e58d1" providerId="Windows Live" clId="Web-{969373B7-4D48-4616-BBA7-C85A326F15EB}" dt="2023-06-27T23:54:09.703" v="885" actId="1076"/>
          <ac:spMkLst>
            <pc:docMk/>
            <pc:sldMk cId="3269316571" sldId="261"/>
            <ac:spMk id="4" creationId="{995035FB-69C5-B278-09D6-159257064A20}"/>
          </ac:spMkLst>
        </pc:spChg>
      </pc:sldChg>
      <pc:sldChg chg="modSp add replId">
        <pc:chgData name="cai ximeng" userId="5bf5a313a20e58d1" providerId="Windows Live" clId="Web-{969373B7-4D48-4616-BBA7-C85A326F15EB}" dt="2023-06-27T23:54:23.376" v="889" actId="1076"/>
        <pc:sldMkLst>
          <pc:docMk/>
          <pc:sldMk cId="3438948670" sldId="262"/>
        </pc:sldMkLst>
        <pc:spChg chg="mod">
          <ac:chgData name="cai ximeng" userId="5bf5a313a20e58d1" providerId="Windows Live" clId="Web-{969373B7-4D48-4616-BBA7-C85A326F15EB}" dt="2023-06-27T16:07:39.561" v="265" actId="1076"/>
          <ac:spMkLst>
            <pc:docMk/>
            <pc:sldMk cId="3438948670" sldId="262"/>
            <ac:spMk id="3" creationId="{BD4491F8-7BB4-881D-B81C-F3E5E51A368C}"/>
          </ac:spMkLst>
        </pc:spChg>
        <pc:spChg chg="mod">
          <ac:chgData name="cai ximeng" userId="5bf5a313a20e58d1" providerId="Windows Live" clId="Web-{969373B7-4D48-4616-BBA7-C85A326F15EB}" dt="2023-06-27T23:54:23.376" v="889" actId="1076"/>
          <ac:spMkLst>
            <pc:docMk/>
            <pc:sldMk cId="3438948670" sldId="262"/>
            <ac:spMk id="4" creationId="{995035FB-69C5-B278-09D6-159257064A20}"/>
          </ac:spMkLst>
        </pc:spChg>
      </pc:sldChg>
      <pc:sldChg chg="modSp add ord replId">
        <pc:chgData name="cai ximeng" userId="5bf5a313a20e58d1" providerId="Windows Live" clId="Web-{969373B7-4D48-4616-BBA7-C85A326F15EB}" dt="2023-06-27T23:54:20.610" v="888" actId="1076"/>
        <pc:sldMkLst>
          <pc:docMk/>
          <pc:sldMk cId="929010025" sldId="263"/>
        </pc:sldMkLst>
        <pc:spChg chg="mod">
          <ac:chgData name="cai ximeng" userId="5bf5a313a20e58d1" providerId="Windows Live" clId="Web-{969373B7-4D48-4616-BBA7-C85A326F15EB}" dt="2023-06-27T16:12:35.242" v="278" actId="20577"/>
          <ac:spMkLst>
            <pc:docMk/>
            <pc:sldMk cId="929010025" sldId="263"/>
            <ac:spMk id="3" creationId="{BD4491F8-7BB4-881D-B81C-F3E5E51A368C}"/>
          </ac:spMkLst>
        </pc:spChg>
        <pc:spChg chg="mod">
          <ac:chgData name="cai ximeng" userId="5bf5a313a20e58d1" providerId="Windows Live" clId="Web-{969373B7-4D48-4616-BBA7-C85A326F15EB}" dt="2023-06-27T23:54:20.610" v="888" actId="1076"/>
          <ac:spMkLst>
            <pc:docMk/>
            <pc:sldMk cId="929010025" sldId="263"/>
            <ac:spMk id="4" creationId="{995035FB-69C5-B278-09D6-159257064A20}"/>
          </ac:spMkLst>
        </pc:spChg>
      </pc:sldChg>
      <pc:sldChg chg="modSp add ord replId">
        <pc:chgData name="cai ximeng" userId="5bf5a313a20e58d1" providerId="Windows Live" clId="Web-{969373B7-4D48-4616-BBA7-C85A326F15EB}" dt="2023-06-27T23:54:28.469" v="890" actId="1076"/>
        <pc:sldMkLst>
          <pc:docMk/>
          <pc:sldMk cId="172386427" sldId="264"/>
        </pc:sldMkLst>
        <pc:spChg chg="mod">
          <ac:chgData name="cai ximeng" userId="5bf5a313a20e58d1" providerId="Windows Live" clId="Web-{969373B7-4D48-4616-BBA7-C85A326F15EB}" dt="2023-06-27T16:12:42.961" v="281" actId="20577"/>
          <ac:spMkLst>
            <pc:docMk/>
            <pc:sldMk cId="172386427" sldId="264"/>
            <ac:spMk id="3" creationId="{BD4491F8-7BB4-881D-B81C-F3E5E51A368C}"/>
          </ac:spMkLst>
        </pc:spChg>
        <pc:spChg chg="mod">
          <ac:chgData name="cai ximeng" userId="5bf5a313a20e58d1" providerId="Windows Live" clId="Web-{969373B7-4D48-4616-BBA7-C85A326F15EB}" dt="2023-06-27T23:54:28.469" v="890" actId="1076"/>
          <ac:spMkLst>
            <pc:docMk/>
            <pc:sldMk cId="172386427" sldId="264"/>
            <ac:spMk id="4" creationId="{995035FB-69C5-B278-09D6-159257064A20}"/>
          </ac:spMkLst>
        </pc:spChg>
      </pc:sldChg>
      <pc:sldChg chg="modSp add replId">
        <pc:chgData name="cai ximeng" userId="5bf5a313a20e58d1" providerId="Windows Live" clId="Web-{969373B7-4D48-4616-BBA7-C85A326F15EB}" dt="2023-06-27T23:44:26.320" v="569" actId="20577"/>
        <pc:sldMkLst>
          <pc:docMk/>
          <pc:sldMk cId="1384891893" sldId="265"/>
        </pc:sldMkLst>
        <pc:spChg chg="mod">
          <ac:chgData name="cai ximeng" userId="5bf5a313a20e58d1" providerId="Windows Live" clId="Web-{969373B7-4D48-4616-BBA7-C85A326F15EB}" dt="2023-06-27T23:44:26.320" v="569" actId="20577"/>
          <ac:spMkLst>
            <pc:docMk/>
            <pc:sldMk cId="1384891893" sldId="265"/>
            <ac:spMk id="3" creationId="{BD4491F8-7BB4-881D-B81C-F3E5E51A368C}"/>
          </ac:spMkLst>
        </pc:spChg>
      </pc:sldChg>
      <pc:sldChg chg="addSp modSp add ord replId">
        <pc:chgData name="cai ximeng" userId="5bf5a313a20e58d1" providerId="Windows Live" clId="Web-{969373B7-4D48-4616-BBA7-C85A326F15EB}" dt="2023-06-27T23:54:03.891" v="883" actId="1076"/>
        <pc:sldMkLst>
          <pc:docMk/>
          <pc:sldMk cId="4231865017" sldId="266"/>
        </pc:sldMkLst>
        <pc:spChg chg="add mod">
          <ac:chgData name="cai ximeng" userId="5bf5a313a20e58d1" providerId="Windows Live" clId="Web-{969373B7-4D48-4616-BBA7-C85A326F15EB}" dt="2023-06-27T16:33:59.267" v="437" actId="20577"/>
          <ac:spMkLst>
            <pc:docMk/>
            <pc:sldMk cId="4231865017" sldId="266"/>
            <ac:spMk id="2" creationId="{ADEC1A38-57CC-EBE5-4EBE-7A7D32AE0B2B}"/>
          </ac:spMkLst>
        </pc:spChg>
        <pc:spChg chg="mod">
          <ac:chgData name="cai ximeng" userId="5bf5a313a20e58d1" providerId="Windows Live" clId="Web-{969373B7-4D48-4616-BBA7-C85A326F15EB}" dt="2023-06-27T16:19:47.209" v="312" actId="20577"/>
          <ac:spMkLst>
            <pc:docMk/>
            <pc:sldMk cId="4231865017" sldId="266"/>
            <ac:spMk id="3" creationId="{BD4491F8-7BB4-881D-B81C-F3E5E51A368C}"/>
          </ac:spMkLst>
        </pc:spChg>
        <pc:spChg chg="mod">
          <ac:chgData name="cai ximeng" userId="5bf5a313a20e58d1" providerId="Windows Live" clId="Web-{969373B7-4D48-4616-BBA7-C85A326F15EB}" dt="2023-06-27T23:54:03.891" v="883" actId="1076"/>
          <ac:spMkLst>
            <pc:docMk/>
            <pc:sldMk cId="4231865017" sldId="266"/>
            <ac:spMk id="4" creationId="{995035FB-69C5-B278-09D6-159257064A20}"/>
          </ac:spMkLst>
        </pc:spChg>
      </pc:sldChg>
      <pc:sldChg chg="modSp add replId">
        <pc:chgData name="cai ximeng" userId="5bf5a313a20e58d1" providerId="Windows Live" clId="Web-{969373B7-4D48-4616-BBA7-C85A326F15EB}" dt="2023-06-27T23:54:01.484" v="882" actId="1076"/>
        <pc:sldMkLst>
          <pc:docMk/>
          <pc:sldMk cId="1555298533" sldId="267"/>
        </pc:sldMkLst>
        <pc:spChg chg="mod">
          <ac:chgData name="cai ximeng" userId="5bf5a313a20e58d1" providerId="Windows Live" clId="Web-{969373B7-4D48-4616-BBA7-C85A326F15EB}" dt="2023-06-27T16:33:43.141" v="428" actId="20577"/>
          <ac:spMkLst>
            <pc:docMk/>
            <pc:sldMk cId="1555298533" sldId="267"/>
            <ac:spMk id="2" creationId="{ADEC1A38-57CC-EBE5-4EBE-7A7D32AE0B2B}"/>
          </ac:spMkLst>
        </pc:spChg>
        <pc:spChg chg="mod">
          <ac:chgData name="cai ximeng" userId="5bf5a313a20e58d1" providerId="Windows Live" clId="Web-{969373B7-4D48-4616-BBA7-C85A326F15EB}" dt="2023-06-27T23:54:01.484" v="882" actId="1076"/>
          <ac:spMkLst>
            <pc:docMk/>
            <pc:sldMk cId="1555298533" sldId="267"/>
            <ac:spMk id="4" creationId="{995035FB-69C5-B278-09D6-159257064A20}"/>
          </ac:spMkLst>
        </pc:spChg>
      </pc:sldChg>
      <pc:sldChg chg="addSp delSp modSp add mod replId modClrScheme chgLayout">
        <pc:chgData name="cai ximeng" userId="5bf5a313a20e58d1" providerId="Windows Live" clId="Web-{969373B7-4D48-4616-BBA7-C85A326F15EB}" dt="2023-06-27T23:26:28.135" v="476" actId="14100"/>
        <pc:sldMkLst>
          <pc:docMk/>
          <pc:sldMk cId="122363192" sldId="268"/>
        </pc:sldMkLst>
        <pc:spChg chg="mod">
          <ac:chgData name="cai ximeng" userId="5bf5a313a20e58d1" providerId="Windows Live" clId="Web-{969373B7-4D48-4616-BBA7-C85A326F15EB}" dt="2023-06-27T16:26:18.174" v="414" actId="20577"/>
          <ac:spMkLst>
            <pc:docMk/>
            <pc:sldMk cId="122363192" sldId="268"/>
            <ac:spMk id="2" creationId="{ADEC1A38-57CC-EBE5-4EBE-7A7D32AE0B2B}"/>
          </ac:spMkLst>
        </pc:spChg>
        <pc:spChg chg="mod ord">
          <ac:chgData name="cai ximeng" userId="5bf5a313a20e58d1" providerId="Windows Live" clId="Web-{969373B7-4D48-4616-BBA7-C85A326F15EB}" dt="2023-06-27T16:26:42.159" v="416"/>
          <ac:spMkLst>
            <pc:docMk/>
            <pc:sldMk cId="122363192" sldId="268"/>
            <ac:spMk id="3" creationId="{BD4491F8-7BB4-881D-B81C-F3E5E51A368C}"/>
          </ac:spMkLst>
        </pc:spChg>
        <pc:spChg chg="del">
          <ac:chgData name="cai ximeng" userId="5bf5a313a20e58d1" providerId="Windows Live" clId="Web-{969373B7-4D48-4616-BBA7-C85A326F15EB}" dt="2023-06-27T17:37:34.166" v="448"/>
          <ac:spMkLst>
            <pc:docMk/>
            <pc:sldMk cId="122363192" sldId="268"/>
            <ac:spMk id="4" creationId="{995035FB-69C5-B278-09D6-159257064A20}"/>
          </ac:spMkLst>
        </pc:spChg>
        <pc:spChg chg="add del mod ord">
          <ac:chgData name="cai ximeng" userId="5bf5a313a20e58d1" providerId="Windows Live" clId="Web-{969373B7-4D48-4616-BBA7-C85A326F15EB}" dt="2023-06-27T16:26:42.159" v="416"/>
          <ac:spMkLst>
            <pc:docMk/>
            <pc:sldMk cId="122363192" sldId="268"/>
            <ac:spMk id="5" creationId="{C9CB3487-AC2A-D1C8-8935-3A1E05C3893B}"/>
          </ac:spMkLst>
        </pc:spChg>
        <pc:spChg chg="add del mod ord">
          <ac:chgData name="cai ximeng" userId="5bf5a313a20e58d1" providerId="Windows Live" clId="Web-{969373B7-4D48-4616-BBA7-C85A326F15EB}" dt="2023-06-27T16:26:42.159" v="416"/>
          <ac:spMkLst>
            <pc:docMk/>
            <pc:sldMk cId="122363192" sldId="268"/>
            <ac:spMk id="6" creationId="{B4E893D5-6EAC-AD03-CC7A-C374F9C89C16}"/>
          </ac:spMkLst>
        </pc:spChg>
        <pc:spChg chg="add mod">
          <ac:chgData name="cai ximeng" userId="5bf5a313a20e58d1" providerId="Windows Live" clId="Web-{969373B7-4D48-4616-BBA7-C85A326F15EB}" dt="2023-06-27T23:26:28.135" v="476" actId="14100"/>
          <ac:spMkLst>
            <pc:docMk/>
            <pc:sldMk cId="122363192" sldId="268"/>
            <ac:spMk id="7" creationId="{6B0B34D1-9B08-2506-9B22-E12821657A0A}"/>
          </ac:spMkLst>
        </pc:spChg>
        <pc:picChg chg="add mod">
          <ac:chgData name="cai ximeng" userId="5bf5a313a20e58d1" providerId="Windows Live" clId="Web-{969373B7-4D48-4616-BBA7-C85A326F15EB}" dt="2023-06-27T23:26:22.073" v="472" actId="14100"/>
          <ac:picMkLst>
            <pc:docMk/>
            <pc:sldMk cId="122363192" sldId="268"/>
            <ac:picMk id="4" creationId="{902426B3-07AB-3443-8AAB-18DA0F199A27}"/>
          </ac:picMkLst>
        </pc:picChg>
        <pc:picChg chg="add del mod">
          <ac:chgData name="cai ximeng" userId="5bf5a313a20e58d1" providerId="Windows Live" clId="Web-{969373B7-4D48-4616-BBA7-C85A326F15EB}" dt="2023-06-27T23:26:04.463" v="469"/>
          <ac:picMkLst>
            <pc:docMk/>
            <pc:sldMk cId="122363192" sldId="268"/>
            <ac:picMk id="5" creationId="{D78ABE61-B94E-ECE3-699E-876B3F05218D}"/>
          </ac:picMkLst>
        </pc:picChg>
      </pc:sldChg>
      <pc:sldChg chg="modSp add ord replId">
        <pc:chgData name="cai ximeng" userId="5bf5a313a20e58d1" providerId="Windows Live" clId="Web-{969373B7-4D48-4616-BBA7-C85A326F15EB}" dt="2023-06-27T23:54:05.844" v="884" actId="1076"/>
        <pc:sldMkLst>
          <pc:docMk/>
          <pc:sldMk cId="2114004806" sldId="269"/>
        </pc:sldMkLst>
        <pc:spChg chg="mod">
          <ac:chgData name="cai ximeng" userId="5bf5a313a20e58d1" providerId="Windows Live" clId="Web-{969373B7-4D48-4616-BBA7-C85A326F15EB}" dt="2023-06-27T16:34:06.501" v="443" actId="20577"/>
          <ac:spMkLst>
            <pc:docMk/>
            <pc:sldMk cId="2114004806" sldId="269"/>
            <ac:spMk id="2" creationId="{ADEC1A38-57CC-EBE5-4EBE-7A7D32AE0B2B}"/>
          </ac:spMkLst>
        </pc:spChg>
        <pc:spChg chg="mod">
          <ac:chgData name="cai ximeng" userId="5bf5a313a20e58d1" providerId="Windows Live" clId="Web-{969373B7-4D48-4616-BBA7-C85A326F15EB}" dt="2023-06-27T23:54:05.844" v="884" actId="1076"/>
          <ac:spMkLst>
            <pc:docMk/>
            <pc:sldMk cId="2114004806" sldId="269"/>
            <ac:spMk id="4" creationId="{995035FB-69C5-B278-09D6-159257064A20}"/>
          </ac:spMkLst>
        </pc:spChg>
      </pc:sldChg>
      <pc:sldChg chg="addSp delSp modSp add mod ord replId modClrScheme chgLayout">
        <pc:chgData name="cai ximeng" userId="5bf5a313a20e58d1" providerId="Windows Live" clId="Web-{969373B7-4D48-4616-BBA7-C85A326F15EB}" dt="2023-06-27T23:53:58.109" v="881" actId="1076"/>
        <pc:sldMkLst>
          <pc:docMk/>
          <pc:sldMk cId="1548339795" sldId="270"/>
        </pc:sldMkLst>
        <pc:spChg chg="add del">
          <ac:chgData name="cai ximeng" userId="5bf5a313a20e58d1" providerId="Windows Live" clId="Web-{969373B7-4D48-4616-BBA7-C85A326F15EB}" dt="2023-06-27T23:46:15.714" v="585"/>
          <ac:spMkLst>
            <pc:docMk/>
            <pc:sldMk cId="1548339795" sldId="270"/>
            <ac:spMk id="2" creationId="{ADEC1A38-57CC-EBE5-4EBE-7A7D32AE0B2B}"/>
          </ac:spMkLst>
        </pc:spChg>
        <pc:spChg chg="mod ord">
          <ac:chgData name="cai ximeng" userId="5bf5a313a20e58d1" providerId="Windows Live" clId="Web-{969373B7-4D48-4616-BBA7-C85A326F15EB}" dt="2023-06-27T23:47:38.685" v="632" actId="14100"/>
          <ac:spMkLst>
            <pc:docMk/>
            <pc:sldMk cId="1548339795" sldId="270"/>
            <ac:spMk id="3" creationId="{BD4491F8-7BB4-881D-B81C-F3E5E51A368C}"/>
          </ac:spMkLst>
        </pc:spChg>
        <pc:spChg chg="mod">
          <ac:chgData name="cai ximeng" userId="5bf5a313a20e58d1" providerId="Windows Live" clId="Web-{969373B7-4D48-4616-BBA7-C85A326F15EB}" dt="2023-06-27T23:53:58.109" v="881" actId="1076"/>
          <ac:spMkLst>
            <pc:docMk/>
            <pc:sldMk cId="1548339795" sldId="270"/>
            <ac:spMk id="4" creationId="{995035FB-69C5-B278-09D6-159257064A20}"/>
          </ac:spMkLst>
        </pc:spChg>
        <pc:spChg chg="add del mod ord">
          <ac:chgData name="cai ximeng" userId="5bf5a313a20e58d1" providerId="Windows Live" clId="Web-{969373B7-4D48-4616-BBA7-C85A326F15EB}" dt="2023-06-27T23:46:18.558" v="586"/>
          <ac:spMkLst>
            <pc:docMk/>
            <pc:sldMk cId="1548339795" sldId="270"/>
            <ac:spMk id="5" creationId="{B29D4D3B-2252-6754-95E6-4F7E2CADCC10}"/>
          </ac:spMkLst>
        </pc:spChg>
        <pc:spChg chg="add del mod ord">
          <ac:chgData name="cai ximeng" userId="5bf5a313a20e58d1" providerId="Windows Live" clId="Web-{969373B7-4D48-4616-BBA7-C85A326F15EB}" dt="2023-06-27T23:47:54.451" v="637" actId="20577"/>
          <ac:spMkLst>
            <pc:docMk/>
            <pc:sldMk cId="1548339795" sldId="270"/>
            <ac:spMk id="6" creationId="{E3E2A7F5-5A9A-69DE-BDC7-7B0FC3B2A824}"/>
          </ac:spMkLst>
        </pc:spChg>
        <pc:spChg chg="add del mod ord">
          <ac:chgData name="cai ximeng" userId="5bf5a313a20e58d1" providerId="Windows Live" clId="Web-{969373B7-4D48-4616-BBA7-C85A326F15EB}" dt="2023-06-27T23:48:09.873" v="640"/>
          <ac:spMkLst>
            <pc:docMk/>
            <pc:sldMk cId="1548339795" sldId="270"/>
            <ac:spMk id="7" creationId="{D3AD8DD7-49FF-9BF7-C70B-B3786C43BB18}"/>
          </ac:spMkLst>
        </pc:spChg>
        <pc:spChg chg="add del mod ord">
          <ac:chgData name="cai ximeng" userId="5bf5a313a20e58d1" providerId="Windows Live" clId="Web-{969373B7-4D48-4616-BBA7-C85A326F15EB}" dt="2023-06-27T23:48:11.389" v="641"/>
          <ac:spMkLst>
            <pc:docMk/>
            <pc:sldMk cId="1548339795" sldId="270"/>
            <ac:spMk id="8" creationId="{18E0BA30-7486-45A9-7979-1BF06E63A15B}"/>
          </ac:spMkLst>
        </pc:spChg>
        <pc:spChg chg="add mod">
          <ac:chgData name="cai ximeng" userId="5bf5a313a20e58d1" providerId="Windows Live" clId="Web-{969373B7-4D48-4616-BBA7-C85A326F15EB}" dt="2023-06-27T23:51:03.384" v="755" actId="1076"/>
          <ac:spMkLst>
            <pc:docMk/>
            <pc:sldMk cId="1548339795" sldId="270"/>
            <ac:spMk id="10" creationId="{12970A16-5980-0CD0-4D89-1D7AB17F3F4F}"/>
          </ac:spMkLst>
        </pc:spChg>
        <pc:spChg chg="add mod">
          <ac:chgData name="cai ximeng" userId="5bf5a313a20e58d1" providerId="Windows Live" clId="Web-{969373B7-4D48-4616-BBA7-C85A326F15EB}" dt="2023-06-27T23:53:45.234" v="880" actId="20577"/>
          <ac:spMkLst>
            <pc:docMk/>
            <pc:sldMk cId="1548339795" sldId="270"/>
            <ac:spMk id="12" creationId="{7D8AC58B-F8B4-1BCD-FF59-CEDC42FD1CFD}"/>
          </ac:spMkLst>
        </pc:spChg>
        <pc:spChg chg="add mod">
          <ac:chgData name="cai ximeng" userId="5bf5a313a20e58d1" providerId="Windows Live" clId="Web-{969373B7-4D48-4616-BBA7-C85A326F15EB}" dt="2023-06-27T23:52:18.732" v="817" actId="1076"/>
          <ac:spMkLst>
            <pc:docMk/>
            <pc:sldMk cId="1548339795" sldId="270"/>
            <ac:spMk id="14" creationId="{7780F03A-282A-6B7A-67D0-6CC3AE456B48}"/>
          </ac:spMkLst>
        </pc:spChg>
        <pc:spChg chg="add mod">
          <ac:chgData name="cai ximeng" userId="5bf5a313a20e58d1" providerId="Windows Live" clId="Web-{969373B7-4D48-4616-BBA7-C85A326F15EB}" dt="2023-06-27T23:53:16.202" v="862" actId="20577"/>
          <ac:spMkLst>
            <pc:docMk/>
            <pc:sldMk cId="1548339795" sldId="270"/>
            <ac:spMk id="16" creationId="{EEDB1B41-3235-BBAC-68FC-4BF91137FBCB}"/>
          </ac:spMkLst>
        </pc:spChg>
      </pc:sldChg>
      <pc:sldChg chg="addSp delSp modSp add replId">
        <pc:chgData name="cai ximeng" userId="5bf5a313a20e58d1" providerId="Windows Live" clId="Web-{969373B7-4D48-4616-BBA7-C85A326F15EB}" dt="2023-06-28T00:15:53.520" v="1866" actId="20577"/>
        <pc:sldMkLst>
          <pc:docMk/>
          <pc:sldMk cId="3245466978" sldId="271"/>
        </pc:sldMkLst>
        <pc:spChg chg="del">
          <ac:chgData name="cai ximeng" userId="5bf5a313a20e58d1" providerId="Windows Live" clId="Web-{969373B7-4D48-4616-BBA7-C85A326F15EB}" dt="2023-06-27T23:54:48.907" v="892"/>
          <ac:spMkLst>
            <pc:docMk/>
            <pc:sldMk cId="3245466978" sldId="271"/>
            <ac:spMk id="3" creationId="{BD4491F8-7BB4-881D-B81C-F3E5E51A368C}"/>
          </ac:spMkLst>
        </pc:spChg>
        <pc:spChg chg="del">
          <ac:chgData name="cai ximeng" userId="5bf5a313a20e58d1" providerId="Windows Live" clId="Web-{969373B7-4D48-4616-BBA7-C85A326F15EB}" dt="2023-06-28T00:12:50.420" v="1761"/>
          <ac:spMkLst>
            <pc:docMk/>
            <pc:sldMk cId="3245466978" sldId="271"/>
            <ac:spMk id="4" creationId="{995035FB-69C5-B278-09D6-159257064A20}"/>
          </ac:spMkLst>
        </pc:spChg>
        <pc:spChg chg="add del mod">
          <ac:chgData name="cai ximeng" userId="5bf5a313a20e58d1" providerId="Windows Live" clId="Web-{969373B7-4D48-4616-BBA7-C85A326F15EB}" dt="2023-06-27T23:54:52.017" v="895"/>
          <ac:spMkLst>
            <pc:docMk/>
            <pc:sldMk cId="3245466978" sldId="271"/>
            <ac:spMk id="5" creationId="{6FBF65A8-8107-E9B3-20D3-BDBC65FC882F}"/>
          </ac:spMkLst>
        </pc:spChg>
        <pc:spChg chg="del">
          <ac:chgData name="cai ximeng" userId="5bf5a313a20e58d1" providerId="Windows Live" clId="Web-{969373B7-4D48-4616-BBA7-C85A326F15EB}" dt="2023-06-27T23:54:50.111" v="893"/>
          <ac:spMkLst>
            <pc:docMk/>
            <pc:sldMk cId="3245466978" sldId="271"/>
            <ac:spMk id="6" creationId="{E3E2A7F5-5A9A-69DE-BDC7-7B0FC3B2A824}"/>
          </ac:spMkLst>
        </pc:spChg>
        <pc:spChg chg="add del mod">
          <ac:chgData name="cai ximeng" userId="5bf5a313a20e58d1" providerId="Windows Live" clId="Web-{969373B7-4D48-4616-BBA7-C85A326F15EB}" dt="2023-06-27T23:54:51.251" v="894"/>
          <ac:spMkLst>
            <pc:docMk/>
            <pc:sldMk cId="3245466978" sldId="271"/>
            <ac:spMk id="8" creationId="{E3AB7844-3AD3-0ECC-0F3D-6D60CA3FB45C}"/>
          </ac:spMkLst>
        </pc:spChg>
        <pc:spChg chg="add del mod">
          <ac:chgData name="cai ximeng" userId="5bf5a313a20e58d1" providerId="Windows Live" clId="Web-{969373B7-4D48-4616-BBA7-C85A326F15EB}" dt="2023-06-27T23:58:26.851" v="1066"/>
          <ac:spMkLst>
            <pc:docMk/>
            <pc:sldMk cId="3245466978" sldId="271"/>
            <ac:spMk id="9" creationId="{8ADD7057-7272-AFD5-8117-F56F47EFC96C}"/>
          </ac:spMkLst>
        </pc:spChg>
        <pc:spChg chg="mod">
          <ac:chgData name="cai ximeng" userId="5bf5a313a20e58d1" providerId="Windows Live" clId="Web-{969373B7-4D48-4616-BBA7-C85A326F15EB}" dt="2023-06-28T00:12:57.373" v="1762" actId="1076"/>
          <ac:spMkLst>
            <pc:docMk/>
            <pc:sldMk cId="3245466978" sldId="271"/>
            <ac:spMk id="10" creationId="{12970A16-5980-0CD0-4D89-1D7AB17F3F4F}"/>
          </ac:spMkLst>
        </pc:spChg>
        <pc:spChg chg="add del mod">
          <ac:chgData name="cai ximeng" userId="5bf5a313a20e58d1" providerId="Windows Live" clId="Web-{969373B7-4D48-4616-BBA7-C85A326F15EB}" dt="2023-06-28T00:06:56.208" v="1554"/>
          <ac:spMkLst>
            <pc:docMk/>
            <pc:sldMk cId="3245466978" sldId="271"/>
            <ac:spMk id="11" creationId="{72EEF3F3-003E-4680-834E-1BC7F16CA600}"/>
          </ac:spMkLst>
        </pc:spChg>
        <pc:spChg chg="mod">
          <ac:chgData name="cai ximeng" userId="5bf5a313a20e58d1" providerId="Windows Live" clId="Web-{969373B7-4D48-4616-BBA7-C85A326F15EB}" dt="2023-06-28T00:15:53.520" v="1866" actId="20577"/>
          <ac:spMkLst>
            <pc:docMk/>
            <pc:sldMk cId="3245466978" sldId="271"/>
            <ac:spMk id="12" creationId="{7D8AC58B-F8B4-1BCD-FF59-CEDC42FD1CFD}"/>
          </ac:spMkLst>
        </pc:spChg>
        <pc:spChg chg="add mod">
          <ac:chgData name="cai ximeng" userId="5bf5a313a20e58d1" providerId="Windows Live" clId="Web-{969373B7-4D48-4616-BBA7-C85A326F15EB}" dt="2023-06-28T00:15:08.159" v="1836" actId="20577"/>
          <ac:spMkLst>
            <pc:docMk/>
            <pc:sldMk cId="3245466978" sldId="271"/>
            <ac:spMk id="13" creationId="{6C4AF17D-5528-5D8D-4B3F-AAABB366DBA2}"/>
          </ac:spMkLst>
        </pc:spChg>
        <pc:spChg chg="del">
          <ac:chgData name="cai ximeng" userId="5bf5a313a20e58d1" providerId="Windows Live" clId="Web-{969373B7-4D48-4616-BBA7-C85A326F15EB}" dt="2023-06-27T23:54:54.829" v="896"/>
          <ac:spMkLst>
            <pc:docMk/>
            <pc:sldMk cId="3245466978" sldId="271"/>
            <ac:spMk id="14" creationId="{7780F03A-282A-6B7A-67D0-6CC3AE456B48}"/>
          </ac:spMkLst>
        </pc:spChg>
        <pc:spChg chg="del">
          <ac:chgData name="cai ximeng" userId="5bf5a313a20e58d1" providerId="Windows Live" clId="Web-{969373B7-4D48-4616-BBA7-C85A326F15EB}" dt="2023-06-27T23:54:55.876" v="897"/>
          <ac:spMkLst>
            <pc:docMk/>
            <pc:sldMk cId="3245466978" sldId="271"/>
            <ac:spMk id="16" creationId="{EEDB1B41-3235-BBAC-68FC-4BF91137FBCB}"/>
          </ac:spMkLst>
        </pc:spChg>
      </pc:sldChg>
      <pc:sldChg chg="addSp delSp modSp add ord replId">
        <pc:chgData name="cai ximeng" userId="5bf5a313a20e58d1" providerId="Windows Live" clId="Web-{969373B7-4D48-4616-BBA7-C85A326F15EB}" dt="2023-06-28T00:33:12.921" v="1895" actId="14100"/>
        <pc:sldMkLst>
          <pc:docMk/>
          <pc:sldMk cId="2751615566" sldId="272"/>
        </pc:sldMkLst>
        <pc:spChg chg="del">
          <ac:chgData name="cai ximeng" userId="5bf5a313a20e58d1" providerId="Windows Live" clId="Web-{969373B7-4D48-4616-BBA7-C85A326F15EB}" dt="2023-06-28T00:16:39.037" v="1883"/>
          <ac:spMkLst>
            <pc:docMk/>
            <pc:sldMk cId="2751615566" sldId="272"/>
            <ac:spMk id="3" creationId="{BD4491F8-7BB4-881D-B81C-F3E5E51A368C}"/>
          </ac:spMkLst>
        </pc:spChg>
        <pc:spChg chg="mod">
          <ac:chgData name="cai ximeng" userId="5bf5a313a20e58d1" providerId="Windows Live" clId="Web-{969373B7-4D48-4616-BBA7-C85A326F15EB}" dt="2023-06-28T00:16:32.833" v="1880" actId="20577"/>
          <ac:spMkLst>
            <pc:docMk/>
            <pc:sldMk cId="2751615566" sldId="272"/>
            <ac:spMk id="4" creationId="{995035FB-69C5-B278-09D6-159257064A20}"/>
          </ac:spMkLst>
        </pc:spChg>
        <pc:spChg chg="add del mod">
          <ac:chgData name="cai ximeng" userId="5bf5a313a20e58d1" providerId="Windows Live" clId="Web-{969373B7-4D48-4616-BBA7-C85A326F15EB}" dt="2023-06-28T00:16:45.474" v="1888"/>
          <ac:spMkLst>
            <pc:docMk/>
            <pc:sldMk cId="2751615566" sldId="272"/>
            <ac:spMk id="5" creationId="{5B906947-377A-A768-C4BC-F012DD4F77F8}"/>
          </ac:spMkLst>
        </pc:spChg>
        <pc:spChg chg="del">
          <ac:chgData name="cai ximeng" userId="5bf5a313a20e58d1" providerId="Windows Live" clId="Web-{969373B7-4D48-4616-BBA7-C85A326F15EB}" dt="2023-06-28T00:16:41.349" v="1884"/>
          <ac:spMkLst>
            <pc:docMk/>
            <pc:sldMk cId="2751615566" sldId="272"/>
            <ac:spMk id="6" creationId="{E3E2A7F5-5A9A-69DE-BDC7-7B0FC3B2A824}"/>
          </ac:spMkLst>
        </pc:spChg>
        <pc:spChg chg="add del mod">
          <ac:chgData name="cai ximeng" userId="5bf5a313a20e58d1" providerId="Windows Live" clId="Web-{969373B7-4D48-4616-BBA7-C85A326F15EB}" dt="2023-06-28T00:16:44.521" v="1887"/>
          <ac:spMkLst>
            <pc:docMk/>
            <pc:sldMk cId="2751615566" sldId="272"/>
            <ac:spMk id="8" creationId="{6E59462C-94CD-ABCD-F1B5-928A1670D0A2}"/>
          </ac:spMkLst>
        </pc:spChg>
        <pc:spChg chg="del mod">
          <ac:chgData name="cai ximeng" userId="5bf5a313a20e58d1" providerId="Windows Live" clId="Web-{969373B7-4D48-4616-BBA7-C85A326F15EB}" dt="2023-06-28T00:16:43.490" v="1886"/>
          <ac:spMkLst>
            <pc:docMk/>
            <pc:sldMk cId="2751615566" sldId="272"/>
            <ac:spMk id="10" creationId="{12970A16-5980-0CD0-4D89-1D7AB17F3F4F}"/>
          </ac:spMkLst>
        </pc:spChg>
        <pc:spChg chg="del">
          <ac:chgData name="cai ximeng" userId="5bf5a313a20e58d1" providerId="Windows Live" clId="Web-{969373B7-4D48-4616-BBA7-C85A326F15EB}" dt="2023-06-28T00:16:46.381" v="1889"/>
          <ac:spMkLst>
            <pc:docMk/>
            <pc:sldMk cId="2751615566" sldId="272"/>
            <ac:spMk id="12" creationId="{7D8AC58B-F8B4-1BCD-FF59-CEDC42FD1CFD}"/>
          </ac:spMkLst>
        </pc:spChg>
        <pc:spChg chg="del">
          <ac:chgData name="cai ximeng" userId="5bf5a313a20e58d1" providerId="Windows Live" clId="Web-{969373B7-4D48-4616-BBA7-C85A326F15EB}" dt="2023-06-28T00:16:39.006" v="1882"/>
          <ac:spMkLst>
            <pc:docMk/>
            <pc:sldMk cId="2751615566" sldId="272"/>
            <ac:spMk id="14" creationId="{7780F03A-282A-6B7A-67D0-6CC3AE456B48}"/>
          </ac:spMkLst>
        </pc:spChg>
        <pc:spChg chg="del">
          <ac:chgData name="cai ximeng" userId="5bf5a313a20e58d1" providerId="Windows Live" clId="Web-{969373B7-4D48-4616-BBA7-C85A326F15EB}" dt="2023-06-28T00:16:39.006" v="1881"/>
          <ac:spMkLst>
            <pc:docMk/>
            <pc:sldMk cId="2751615566" sldId="272"/>
            <ac:spMk id="16" creationId="{EEDB1B41-3235-BBAC-68FC-4BF91137FBCB}"/>
          </ac:spMkLst>
        </pc:spChg>
        <pc:picChg chg="add mod">
          <ac:chgData name="cai ximeng" userId="5bf5a313a20e58d1" providerId="Windows Live" clId="Web-{969373B7-4D48-4616-BBA7-C85A326F15EB}" dt="2023-06-28T00:33:12.921" v="1895" actId="14100"/>
          <ac:picMkLst>
            <pc:docMk/>
            <pc:sldMk cId="2751615566" sldId="272"/>
            <ac:picMk id="2" creationId="{8B8478D2-491E-B229-893F-151CF4741F8F}"/>
          </ac:picMkLst>
        </pc:picChg>
      </pc:sldChg>
      <pc:sldChg chg="delSp modSp add replId">
        <pc:chgData name="cai ximeng" userId="5bf5a313a20e58d1" providerId="Windows Live" clId="Web-{969373B7-4D48-4616-BBA7-C85A326F15EB}" dt="2023-06-28T00:37:52.345" v="1901" actId="20577"/>
        <pc:sldMkLst>
          <pc:docMk/>
          <pc:sldMk cId="1982152916" sldId="273"/>
        </pc:sldMkLst>
        <pc:spChg chg="mod">
          <ac:chgData name="cai ximeng" userId="5bf5a313a20e58d1" providerId="Windows Live" clId="Web-{969373B7-4D48-4616-BBA7-C85A326F15EB}" dt="2023-06-28T00:37:52.345" v="1901" actId="20577"/>
          <ac:spMkLst>
            <pc:docMk/>
            <pc:sldMk cId="1982152916" sldId="273"/>
            <ac:spMk id="4" creationId="{995035FB-69C5-B278-09D6-159257064A20}"/>
          </ac:spMkLst>
        </pc:spChg>
        <pc:picChg chg="del">
          <ac:chgData name="cai ximeng" userId="5bf5a313a20e58d1" providerId="Windows Live" clId="Web-{969373B7-4D48-4616-BBA7-C85A326F15EB}" dt="2023-06-28T00:33:37.516" v="1897"/>
          <ac:picMkLst>
            <pc:docMk/>
            <pc:sldMk cId="1982152916" sldId="273"/>
            <ac:picMk id="2" creationId="{8B8478D2-491E-B229-893F-151CF4741F8F}"/>
          </ac:picMkLst>
        </pc:picChg>
      </pc:sldChg>
      <pc:sldChg chg="modSp add replId">
        <pc:chgData name="cai ximeng" userId="5bf5a313a20e58d1" providerId="Windows Live" clId="Web-{969373B7-4D48-4616-BBA7-C85A326F15EB}" dt="2023-06-28T00:38:03.049" v="1909" actId="20577"/>
        <pc:sldMkLst>
          <pc:docMk/>
          <pc:sldMk cId="1153131939" sldId="274"/>
        </pc:sldMkLst>
        <pc:spChg chg="mod">
          <ac:chgData name="cai ximeng" userId="5bf5a313a20e58d1" providerId="Windows Live" clId="Web-{969373B7-4D48-4616-BBA7-C85A326F15EB}" dt="2023-06-28T00:38:03.049" v="1909" actId="20577"/>
          <ac:spMkLst>
            <pc:docMk/>
            <pc:sldMk cId="1153131939" sldId="274"/>
            <ac:spMk id="4" creationId="{995035FB-69C5-B278-09D6-159257064A20}"/>
          </ac:spMkLst>
        </pc:spChg>
      </pc:sldChg>
      <pc:sldChg chg="modSp add replId">
        <pc:chgData name="cai ximeng" userId="5bf5a313a20e58d1" providerId="Windows Live" clId="Web-{969373B7-4D48-4616-BBA7-C85A326F15EB}" dt="2023-06-28T00:38:14.331" v="1914" actId="20577"/>
        <pc:sldMkLst>
          <pc:docMk/>
          <pc:sldMk cId="1857895110" sldId="275"/>
        </pc:sldMkLst>
        <pc:spChg chg="mod">
          <ac:chgData name="cai ximeng" userId="5bf5a313a20e58d1" providerId="Windows Live" clId="Web-{969373B7-4D48-4616-BBA7-C85A326F15EB}" dt="2023-06-28T00:38:14.331" v="1914" actId="20577"/>
          <ac:spMkLst>
            <pc:docMk/>
            <pc:sldMk cId="1857895110" sldId="275"/>
            <ac:spMk id="4" creationId="{995035FB-69C5-B278-09D6-159257064A20}"/>
          </ac:spMkLst>
        </pc:spChg>
      </pc:sldChg>
      <pc:sldChg chg="modSp add replId">
        <pc:chgData name="cai ximeng" userId="5bf5a313a20e58d1" providerId="Windows Live" clId="Web-{969373B7-4D48-4616-BBA7-C85A326F15EB}" dt="2023-06-28T00:38:44.488" v="1926" actId="20577"/>
        <pc:sldMkLst>
          <pc:docMk/>
          <pc:sldMk cId="1223749910" sldId="276"/>
        </pc:sldMkLst>
        <pc:spChg chg="mod">
          <ac:chgData name="cai ximeng" userId="5bf5a313a20e58d1" providerId="Windows Live" clId="Web-{969373B7-4D48-4616-BBA7-C85A326F15EB}" dt="2023-06-28T00:38:44.488" v="1926" actId="20577"/>
          <ac:spMkLst>
            <pc:docMk/>
            <pc:sldMk cId="1223749910" sldId="276"/>
            <ac:spMk id="4" creationId="{995035FB-69C5-B278-09D6-159257064A20}"/>
          </ac:spMkLst>
        </pc:spChg>
      </pc:sldChg>
      <pc:sldChg chg="modSp add replId">
        <pc:chgData name="cai ximeng" userId="5bf5a313a20e58d1" providerId="Windows Live" clId="Web-{969373B7-4D48-4616-BBA7-C85A326F15EB}" dt="2023-06-28T00:39:17.224" v="1931" actId="20577"/>
        <pc:sldMkLst>
          <pc:docMk/>
          <pc:sldMk cId="1660898896" sldId="277"/>
        </pc:sldMkLst>
        <pc:spChg chg="mod">
          <ac:chgData name="cai ximeng" userId="5bf5a313a20e58d1" providerId="Windows Live" clId="Web-{969373B7-4D48-4616-BBA7-C85A326F15EB}" dt="2023-06-28T00:39:17.224" v="1931" actId="20577"/>
          <ac:spMkLst>
            <pc:docMk/>
            <pc:sldMk cId="1660898896" sldId="277"/>
            <ac:spMk id="4" creationId="{995035FB-69C5-B278-09D6-159257064A20}"/>
          </ac:spMkLst>
        </pc:spChg>
      </pc:sldChg>
      <pc:sldChg chg="modSp add replId">
        <pc:chgData name="cai ximeng" userId="5bf5a313a20e58d1" providerId="Windows Live" clId="Web-{969373B7-4D48-4616-BBA7-C85A326F15EB}" dt="2023-06-28T00:40:04.602" v="1939" actId="20577"/>
        <pc:sldMkLst>
          <pc:docMk/>
          <pc:sldMk cId="2747774785" sldId="278"/>
        </pc:sldMkLst>
        <pc:spChg chg="mod">
          <ac:chgData name="cai ximeng" userId="5bf5a313a20e58d1" providerId="Windows Live" clId="Web-{969373B7-4D48-4616-BBA7-C85A326F15EB}" dt="2023-06-28T00:40:04.602" v="1939" actId="20577"/>
          <ac:spMkLst>
            <pc:docMk/>
            <pc:sldMk cId="2747774785" sldId="278"/>
            <ac:spMk id="4" creationId="{995035FB-69C5-B278-09D6-159257064A20}"/>
          </ac:spMkLst>
        </pc:spChg>
      </pc:sldChg>
      <pc:sldChg chg="modSp add replId">
        <pc:chgData name="cai ximeng" userId="5bf5a313a20e58d1" providerId="Windows Live" clId="Web-{969373B7-4D48-4616-BBA7-C85A326F15EB}" dt="2023-06-28T00:40:26.478" v="1946" actId="20577"/>
        <pc:sldMkLst>
          <pc:docMk/>
          <pc:sldMk cId="2252978513" sldId="279"/>
        </pc:sldMkLst>
        <pc:spChg chg="mod">
          <ac:chgData name="cai ximeng" userId="5bf5a313a20e58d1" providerId="Windows Live" clId="Web-{969373B7-4D48-4616-BBA7-C85A326F15EB}" dt="2023-06-28T00:40:26.478" v="1946" actId="20577"/>
          <ac:spMkLst>
            <pc:docMk/>
            <pc:sldMk cId="2252978513" sldId="279"/>
            <ac:spMk id="4" creationId="{995035FB-69C5-B278-09D6-159257064A20}"/>
          </ac:spMkLst>
        </pc:spChg>
      </pc:sldChg>
      <pc:sldChg chg="modSp add replId">
        <pc:chgData name="cai ximeng" userId="5bf5a313a20e58d1" providerId="Windows Live" clId="Web-{969373B7-4D48-4616-BBA7-C85A326F15EB}" dt="2023-06-28T00:40:54.651" v="1963" actId="20577"/>
        <pc:sldMkLst>
          <pc:docMk/>
          <pc:sldMk cId="243645363" sldId="280"/>
        </pc:sldMkLst>
        <pc:spChg chg="mod">
          <ac:chgData name="cai ximeng" userId="5bf5a313a20e58d1" providerId="Windows Live" clId="Web-{969373B7-4D48-4616-BBA7-C85A326F15EB}" dt="2023-06-28T00:40:54.651" v="1963" actId="20577"/>
          <ac:spMkLst>
            <pc:docMk/>
            <pc:sldMk cId="243645363" sldId="280"/>
            <ac:spMk id="4" creationId="{995035FB-69C5-B278-09D6-159257064A20}"/>
          </ac:spMkLst>
        </pc:spChg>
      </pc:sldChg>
      <pc:sldChg chg="modSp add replId">
        <pc:chgData name="cai ximeng" userId="5bf5a313a20e58d1" providerId="Windows Live" clId="Web-{969373B7-4D48-4616-BBA7-C85A326F15EB}" dt="2023-06-28T00:41:32.700" v="1981" actId="20577"/>
        <pc:sldMkLst>
          <pc:docMk/>
          <pc:sldMk cId="19625831" sldId="281"/>
        </pc:sldMkLst>
        <pc:spChg chg="mod">
          <ac:chgData name="cai ximeng" userId="5bf5a313a20e58d1" providerId="Windows Live" clId="Web-{969373B7-4D48-4616-BBA7-C85A326F15EB}" dt="2023-06-28T00:41:32.700" v="1981" actId="20577"/>
          <ac:spMkLst>
            <pc:docMk/>
            <pc:sldMk cId="19625831" sldId="281"/>
            <ac:spMk id="4" creationId="{995035FB-69C5-B278-09D6-159257064A20}"/>
          </ac:spMkLst>
        </pc:spChg>
      </pc:sldChg>
      <pc:sldChg chg="modSp add replId">
        <pc:chgData name="cai ximeng" userId="5bf5a313a20e58d1" providerId="Windows Live" clId="Web-{969373B7-4D48-4616-BBA7-C85A326F15EB}" dt="2023-06-28T00:41:38.310" v="1987" actId="20577"/>
        <pc:sldMkLst>
          <pc:docMk/>
          <pc:sldMk cId="3292514005" sldId="282"/>
        </pc:sldMkLst>
        <pc:spChg chg="mod">
          <ac:chgData name="cai ximeng" userId="5bf5a313a20e58d1" providerId="Windows Live" clId="Web-{969373B7-4D48-4616-BBA7-C85A326F15EB}" dt="2023-06-28T00:41:38.310" v="1987" actId="20577"/>
          <ac:spMkLst>
            <pc:docMk/>
            <pc:sldMk cId="3292514005" sldId="282"/>
            <ac:spMk id="4" creationId="{995035FB-69C5-B278-09D6-159257064A20}"/>
          </ac:spMkLst>
        </pc:spChg>
      </pc:sldChg>
      <pc:sldChg chg="modSp add replId">
        <pc:chgData name="cai ximeng" userId="5bf5a313a20e58d1" providerId="Windows Live" clId="Web-{969373B7-4D48-4616-BBA7-C85A326F15EB}" dt="2023-06-28T00:41:45.404" v="1991" actId="20577"/>
        <pc:sldMkLst>
          <pc:docMk/>
          <pc:sldMk cId="99645995" sldId="283"/>
        </pc:sldMkLst>
        <pc:spChg chg="mod">
          <ac:chgData name="cai ximeng" userId="5bf5a313a20e58d1" providerId="Windows Live" clId="Web-{969373B7-4D48-4616-BBA7-C85A326F15EB}" dt="2023-06-28T00:41:45.404" v="1991" actId="20577"/>
          <ac:spMkLst>
            <pc:docMk/>
            <pc:sldMk cId="99645995" sldId="283"/>
            <ac:spMk id="4" creationId="{995035FB-69C5-B278-09D6-159257064A20}"/>
          </ac:spMkLst>
        </pc:spChg>
      </pc:sldChg>
      <pc:sldMasterChg chg="add del addSldLayout delSldLayout">
        <pc:chgData name="cai ximeng" userId="5bf5a313a20e58d1" providerId="Windows Live" clId="Web-{969373B7-4D48-4616-BBA7-C85A326F15EB}" dt="2023-06-27T15:04:15.387" v="8"/>
        <pc:sldMasterMkLst>
          <pc:docMk/>
          <pc:sldMasterMk cId="2563146177" sldId="2147483648"/>
        </pc:sldMasterMkLst>
        <pc:sldLayoutChg chg="add del">
          <pc:chgData name="cai ximeng" userId="5bf5a313a20e58d1" providerId="Windows Live" clId="Web-{969373B7-4D48-4616-BBA7-C85A326F15EB}" dt="2023-06-27T15:04:15.387" v="8"/>
          <pc:sldLayoutMkLst>
            <pc:docMk/>
            <pc:sldMasterMk cId="2563146177" sldId="2147483648"/>
            <pc:sldLayoutMk cId="2805086613" sldId="2147483649"/>
          </pc:sldLayoutMkLst>
        </pc:sldLayoutChg>
        <pc:sldLayoutChg chg="add del">
          <pc:chgData name="cai ximeng" userId="5bf5a313a20e58d1" providerId="Windows Live" clId="Web-{969373B7-4D48-4616-BBA7-C85A326F15EB}" dt="2023-06-27T15:04:15.387" v="8"/>
          <pc:sldLayoutMkLst>
            <pc:docMk/>
            <pc:sldMasterMk cId="2563146177" sldId="2147483648"/>
            <pc:sldLayoutMk cId="2074015890" sldId="2147483650"/>
          </pc:sldLayoutMkLst>
        </pc:sldLayoutChg>
        <pc:sldLayoutChg chg="add del">
          <pc:chgData name="cai ximeng" userId="5bf5a313a20e58d1" providerId="Windows Live" clId="Web-{969373B7-4D48-4616-BBA7-C85A326F15EB}" dt="2023-06-27T15:04:15.387" v="8"/>
          <pc:sldLayoutMkLst>
            <pc:docMk/>
            <pc:sldMasterMk cId="2563146177" sldId="2147483648"/>
            <pc:sldLayoutMk cId="3407052612" sldId="2147483651"/>
          </pc:sldLayoutMkLst>
        </pc:sldLayoutChg>
        <pc:sldLayoutChg chg="add del">
          <pc:chgData name="cai ximeng" userId="5bf5a313a20e58d1" providerId="Windows Live" clId="Web-{969373B7-4D48-4616-BBA7-C85A326F15EB}" dt="2023-06-27T15:04:15.387" v="8"/>
          <pc:sldLayoutMkLst>
            <pc:docMk/>
            <pc:sldMasterMk cId="2563146177" sldId="2147483648"/>
            <pc:sldLayoutMk cId="188702279" sldId="2147483652"/>
          </pc:sldLayoutMkLst>
        </pc:sldLayoutChg>
        <pc:sldLayoutChg chg="add del">
          <pc:chgData name="cai ximeng" userId="5bf5a313a20e58d1" providerId="Windows Live" clId="Web-{969373B7-4D48-4616-BBA7-C85A326F15EB}" dt="2023-06-27T15:04:15.387" v="8"/>
          <pc:sldLayoutMkLst>
            <pc:docMk/>
            <pc:sldMasterMk cId="2563146177" sldId="2147483648"/>
            <pc:sldLayoutMk cId="4068082727" sldId="2147483653"/>
          </pc:sldLayoutMkLst>
        </pc:sldLayoutChg>
        <pc:sldLayoutChg chg="add del">
          <pc:chgData name="cai ximeng" userId="5bf5a313a20e58d1" providerId="Windows Live" clId="Web-{969373B7-4D48-4616-BBA7-C85A326F15EB}" dt="2023-06-27T15:04:15.387" v="8"/>
          <pc:sldLayoutMkLst>
            <pc:docMk/>
            <pc:sldMasterMk cId="2563146177" sldId="2147483648"/>
            <pc:sldLayoutMk cId="4187196136" sldId="2147483654"/>
          </pc:sldLayoutMkLst>
        </pc:sldLayoutChg>
        <pc:sldLayoutChg chg="add del">
          <pc:chgData name="cai ximeng" userId="5bf5a313a20e58d1" providerId="Windows Live" clId="Web-{969373B7-4D48-4616-BBA7-C85A326F15EB}" dt="2023-06-27T15:04:15.387" v="8"/>
          <pc:sldLayoutMkLst>
            <pc:docMk/>
            <pc:sldMasterMk cId="2563146177" sldId="2147483648"/>
            <pc:sldLayoutMk cId="1200569556" sldId="2147483655"/>
          </pc:sldLayoutMkLst>
        </pc:sldLayoutChg>
        <pc:sldLayoutChg chg="add del">
          <pc:chgData name="cai ximeng" userId="5bf5a313a20e58d1" providerId="Windows Live" clId="Web-{969373B7-4D48-4616-BBA7-C85A326F15EB}" dt="2023-06-27T15:04:15.387" v="8"/>
          <pc:sldLayoutMkLst>
            <pc:docMk/>
            <pc:sldMasterMk cId="2563146177" sldId="2147483648"/>
            <pc:sldLayoutMk cId="3153261149" sldId="2147483656"/>
          </pc:sldLayoutMkLst>
        </pc:sldLayoutChg>
        <pc:sldLayoutChg chg="add del">
          <pc:chgData name="cai ximeng" userId="5bf5a313a20e58d1" providerId="Windows Live" clId="Web-{969373B7-4D48-4616-BBA7-C85A326F15EB}" dt="2023-06-27T15:04:15.387" v="8"/>
          <pc:sldLayoutMkLst>
            <pc:docMk/>
            <pc:sldMasterMk cId="2563146177" sldId="2147483648"/>
            <pc:sldLayoutMk cId="2390041774" sldId="2147483657"/>
          </pc:sldLayoutMkLst>
        </pc:sldLayoutChg>
        <pc:sldLayoutChg chg="add del">
          <pc:chgData name="cai ximeng" userId="5bf5a313a20e58d1" providerId="Windows Live" clId="Web-{969373B7-4D48-4616-BBA7-C85A326F15EB}" dt="2023-06-27T15:04:15.387" v="8"/>
          <pc:sldLayoutMkLst>
            <pc:docMk/>
            <pc:sldMasterMk cId="2563146177" sldId="2147483648"/>
            <pc:sldLayoutMk cId="2577302498" sldId="2147483658"/>
          </pc:sldLayoutMkLst>
        </pc:sldLayoutChg>
        <pc:sldLayoutChg chg="add del">
          <pc:chgData name="cai ximeng" userId="5bf5a313a20e58d1" providerId="Windows Live" clId="Web-{969373B7-4D48-4616-BBA7-C85A326F15EB}" dt="2023-06-27T15:04:15.387" v="8"/>
          <pc:sldLayoutMkLst>
            <pc:docMk/>
            <pc:sldMasterMk cId="2563146177" sldId="2147483648"/>
            <pc:sldLayoutMk cId="72881644" sldId="2147483659"/>
          </pc:sldLayoutMkLst>
        </pc:sldLayoutChg>
      </pc:sldMasterChg>
      <pc:sldMasterChg chg="add del addSldLayout delSldLayout">
        <pc:chgData name="cai ximeng" userId="5bf5a313a20e58d1" providerId="Windows Live" clId="Web-{969373B7-4D48-4616-BBA7-C85A326F15EB}" dt="2023-06-27T15:04:15.387" v="8"/>
        <pc:sldMasterMkLst>
          <pc:docMk/>
          <pc:sldMasterMk cId="2916752703" sldId="2147483699"/>
        </pc:sldMasterMkLst>
        <pc:sldLayoutChg chg="add del">
          <pc:chgData name="cai ximeng" userId="5bf5a313a20e58d1" providerId="Windows Live" clId="Web-{969373B7-4D48-4616-BBA7-C85A326F15EB}" dt="2023-06-27T15:04:15.387" v="8"/>
          <pc:sldLayoutMkLst>
            <pc:docMk/>
            <pc:sldMasterMk cId="2916752703" sldId="2147483699"/>
            <pc:sldLayoutMk cId="4011478663" sldId="2147483688"/>
          </pc:sldLayoutMkLst>
        </pc:sldLayoutChg>
        <pc:sldLayoutChg chg="add del">
          <pc:chgData name="cai ximeng" userId="5bf5a313a20e58d1" providerId="Windows Live" clId="Web-{969373B7-4D48-4616-BBA7-C85A326F15EB}" dt="2023-06-27T15:04:15.387" v="8"/>
          <pc:sldLayoutMkLst>
            <pc:docMk/>
            <pc:sldMasterMk cId="2916752703" sldId="2147483699"/>
            <pc:sldLayoutMk cId="3853846634" sldId="2147483689"/>
          </pc:sldLayoutMkLst>
        </pc:sldLayoutChg>
        <pc:sldLayoutChg chg="add del">
          <pc:chgData name="cai ximeng" userId="5bf5a313a20e58d1" providerId="Windows Live" clId="Web-{969373B7-4D48-4616-BBA7-C85A326F15EB}" dt="2023-06-27T15:04:15.387" v="8"/>
          <pc:sldLayoutMkLst>
            <pc:docMk/>
            <pc:sldMasterMk cId="2916752703" sldId="2147483699"/>
            <pc:sldLayoutMk cId="3866457934" sldId="2147483690"/>
          </pc:sldLayoutMkLst>
        </pc:sldLayoutChg>
        <pc:sldLayoutChg chg="add del">
          <pc:chgData name="cai ximeng" userId="5bf5a313a20e58d1" providerId="Windows Live" clId="Web-{969373B7-4D48-4616-BBA7-C85A326F15EB}" dt="2023-06-27T15:04:15.387" v="8"/>
          <pc:sldLayoutMkLst>
            <pc:docMk/>
            <pc:sldMasterMk cId="2916752703" sldId="2147483699"/>
            <pc:sldLayoutMk cId="2081293102" sldId="2147483691"/>
          </pc:sldLayoutMkLst>
        </pc:sldLayoutChg>
        <pc:sldLayoutChg chg="add del">
          <pc:chgData name="cai ximeng" userId="5bf5a313a20e58d1" providerId="Windows Live" clId="Web-{969373B7-4D48-4616-BBA7-C85A326F15EB}" dt="2023-06-27T15:04:15.387" v="8"/>
          <pc:sldLayoutMkLst>
            <pc:docMk/>
            <pc:sldMasterMk cId="2916752703" sldId="2147483699"/>
            <pc:sldLayoutMk cId="4064505534" sldId="2147483692"/>
          </pc:sldLayoutMkLst>
        </pc:sldLayoutChg>
        <pc:sldLayoutChg chg="add del">
          <pc:chgData name="cai ximeng" userId="5bf5a313a20e58d1" providerId="Windows Live" clId="Web-{969373B7-4D48-4616-BBA7-C85A326F15EB}" dt="2023-06-27T15:04:15.387" v="8"/>
          <pc:sldLayoutMkLst>
            <pc:docMk/>
            <pc:sldMasterMk cId="2916752703" sldId="2147483699"/>
            <pc:sldLayoutMk cId="1499083563" sldId="2147483693"/>
          </pc:sldLayoutMkLst>
        </pc:sldLayoutChg>
        <pc:sldLayoutChg chg="add del">
          <pc:chgData name="cai ximeng" userId="5bf5a313a20e58d1" providerId="Windows Live" clId="Web-{969373B7-4D48-4616-BBA7-C85A326F15EB}" dt="2023-06-27T15:04:15.387" v="8"/>
          <pc:sldLayoutMkLst>
            <pc:docMk/>
            <pc:sldMasterMk cId="2916752703" sldId="2147483699"/>
            <pc:sldLayoutMk cId="3384188395" sldId="2147483694"/>
          </pc:sldLayoutMkLst>
        </pc:sldLayoutChg>
        <pc:sldLayoutChg chg="add del">
          <pc:chgData name="cai ximeng" userId="5bf5a313a20e58d1" providerId="Windows Live" clId="Web-{969373B7-4D48-4616-BBA7-C85A326F15EB}" dt="2023-06-27T15:04:15.387" v="8"/>
          <pc:sldLayoutMkLst>
            <pc:docMk/>
            <pc:sldMasterMk cId="2916752703" sldId="2147483699"/>
            <pc:sldLayoutMk cId="3285553669" sldId="2147483695"/>
          </pc:sldLayoutMkLst>
        </pc:sldLayoutChg>
        <pc:sldLayoutChg chg="add del">
          <pc:chgData name="cai ximeng" userId="5bf5a313a20e58d1" providerId="Windows Live" clId="Web-{969373B7-4D48-4616-BBA7-C85A326F15EB}" dt="2023-06-27T15:04:15.387" v="8"/>
          <pc:sldLayoutMkLst>
            <pc:docMk/>
            <pc:sldMasterMk cId="2916752703" sldId="2147483699"/>
            <pc:sldLayoutMk cId="3304539408" sldId="2147483696"/>
          </pc:sldLayoutMkLst>
        </pc:sldLayoutChg>
        <pc:sldLayoutChg chg="add del">
          <pc:chgData name="cai ximeng" userId="5bf5a313a20e58d1" providerId="Windows Live" clId="Web-{969373B7-4D48-4616-BBA7-C85A326F15EB}" dt="2023-06-27T15:04:15.387" v="8"/>
          <pc:sldLayoutMkLst>
            <pc:docMk/>
            <pc:sldMasterMk cId="2916752703" sldId="2147483699"/>
            <pc:sldLayoutMk cId="143760010" sldId="2147483697"/>
          </pc:sldLayoutMkLst>
        </pc:sldLayoutChg>
        <pc:sldLayoutChg chg="add del">
          <pc:chgData name="cai ximeng" userId="5bf5a313a20e58d1" providerId="Windows Live" clId="Web-{969373B7-4D48-4616-BBA7-C85A326F15EB}" dt="2023-06-27T15:04:15.387" v="8"/>
          <pc:sldLayoutMkLst>
            <pc:docMk/>
            <pc:sldMasterMk cId="2916752703" sldId="2147483699"/>
            <pc:sldLayoutMk cId="2269566430" sldId="2147483698"/>
          </pc:sldLayoutMkLst>
        </pc:sldLayoutChg>
      </pc:sldMasterChg>
      <pc:sldMasterChg chg="add del addSldLayout delSldLayout">
        <pc:chgData name="cai ximeng" userId="5bf5a313a20e58d1" providerId="Windows Live" clId="Web-{969373B7-4D48-4616-BBA7-C85A326F15EB}" dt="2023-06-27T15:04:05.590" v="3"/>
        <pc:sldMasterMkLst>
          <pc:docMk/>
          <pc:sldMasterMk cId="2384981642" sldId="2147483725"/>
        </pc:sldMasterMkLst>
        <pc:sldLayoutChg chg="add del">
          <pc:chgData name="cai ximeng" userId="5bf5a313a20e58d1" providerId="Windows Live" clId="Web-{969373B7-4D48-4616-BBA7-C85A326F15EB}" dt="2023-06-27T15:04:05.590" v="3"/>
          <pc:sldLayoutMkLst>
            <pc:docMk/>
            <pc:sldMasterMk cId="2384981642" sldId="2147483725"/>
            <pc:sldLayoutMk cId="3164434684" sldId="2147483714"/>
          </pc:sldLayoutMkLst>
        </pc:sldLayoutChg>
        <pc:sldLayoutChg chg="add del">
          <pc:chgData name="cai ximeng" userId="5bf5a313a20e58d1" providerId="Windows Live" clId="Web-{969373B7-4D48-4616-BBA7-C85A326F15EB}" dt="2023-06-27T15:04:05.590" v="3"/>
          <pc:sldLayoutMkLst>
            <pc:docMk/>
            <pc:sldMasterMk cId="2384981642" sldId="2147483725"/>
            <pc:sldLayoutMk cId="324805348" sldId="2147483715"/>
          </pc:sldLayoutMkLst>
        </pc:sldLayoutChg>
        <pc:sldLayoutChg chg="add del">
          <pc:chgData name="cai ximeng" userId="5bf5a313a20e58d1" providerId="Windows Live" clId="Web-{969373B7-4D48-4616-BBA7-C85A326F15EB}" dt="2023-06-27T15:04:05.590" v="3"/>
          <pc:sldLayoutMkLst>
            <pc:docMk/>
            <pc:sldMasterMk cId="2384981642" sldId="2147483725"/>
            <pc:sldLayoutMk cId="1955470434" sldId="2147483716"/>
          </pc:sldLayoutMkLst>
        </pc:sldLayoutChg>
        <pc:sldLayoutChg chg="add del">
          <pc:chgData name="cai ximeng" userId="5bf5a313a20e58d1" providerId="Windows Live" clId="Web-{969373B7-4D48-4616-BBA7-C85A326F15EB}" dt="2023-06-27T15:04:05.590" v="3"/>
          <pc:sldLayoutMkLst>
            <pc:docMk/>
            <pc:sldMasterMk cId="2384981642" sldId="2147483725"/>
            <pc:sldLayoutMk cId="3082519446" sldId="2147483717"/>
          </pc:sldLayoutMkLst>
        </pc:sldLayoutChg>
        <pc:sldLayoutChg chg="add del">
          <pc:chgData name="cai ximeng" userId="5bf5a313a20e58d1" providerId="Windows Live" clId="Web-{969373B7-4D48-4616-BBA7-C85A326F15EB}" dt="2023-06-27T15:04:05.590" v="3"/>
          <pc:sldLayoutMkLst>
            <pc:docMk/>
            <pc:sldMasterMk cId="2384981642" sldId="2147483725"/>
            <pc:sldLayoutMk cId="1680594347" sldId="2147483718"/>
          </pc:sldLayoutMkLst>
        </pc:sldLayoutChg>
        <pc:sldLayoutChg chg="add del">
          <pc:chgData name="cai ximeng" userId="5bf5a313a20e58d1" providerId="Windows Live" clId="Web-{969373B7-4D48-4616-BBA7-C85A326F15EB}" dt="2023-06-27T15:04:05.590" v="3"/>
          <pc:sldLayoutMkLst>
            <pc:docMk/>
            <pc:sldMasterMk cId="2384981642" sldId="2147483725"/>
            <pc:sldLayoutMk cId="4109296905" sldId="2147483719"/>
          </pc:sldLayoutMkLst>
        </pc:sldLayoutChg>
        <pc:sldLayoutChg chg="add del">
          <pc:chgData name="cai ximeng" userId="5bf5a313a20e58d1" providerId="Windows Live" clId="Web-{969373B7-4D48-4616-BBA7-C85A326F15EB}" dt="2023-06-27T15:04:05.590" v="3"/>
          <pc:sldLayoutMkLst>
            <pc:docMk/>
            <pc:sldMasterMk cId="2384981642" sldId="2147483725"/>
            <pc:sldLayoutMk cId="1540810441" sldId="2147483720"/>
          </pc:sldLayoutMkLst>
        </pc:sldLayoutChg>
        <pc:sldLayoutChg chg="add del">
          <pc:chgData name="cai ximeng" userId="5bf5a313a20e58d1" providerId="Windows Live" clId="Web-{969373B7-4D48-4616-BBA7-C85A326F15EB}" dt="2023-06-27T15:04:05.590" v="3"/>
          <pc:sldLayoutMkLst>
            <pc:docMk/>
            <pc:sldMasterMk cId="2384981642" sldId="2147483725"/>
            <pc:sldLayoutMk cId="2928204241" sldId="2147483721"/>
          </pc:sldLayoutMkLst>
        </pc:sldLayoutChg>
        <pc:sldLayoutChg chg="add del">
          <pc:chgData name="cai ximeng" userId="5bf5a313a20e58d1" providerId="Windows Live" clId="Web-{969373B7-4D48-4616-BBA7-C85A326F15EB}" dt="2023-06-27T15:04:05.590" v="3"/>
          <pc:sldLayoutMkLst>
            <pc:docMk/>
            <pc:sldMasterMk cId="2384981642" sldId="2147483725"/>
            <pc:sldLayoutMk cId="1752421494" sldId="2147483722"/>
          </pc:sldLayoutMkLst>
        </pc:sldLayoutChg>
        <pc:sldLayoutChg chg="add del">
          <pc:chgData name="cai ximeng" userId="5bf5a313a20e58d1" providerId="Windows Live" clId="Web-{969373B7-4D48-4616-BBA7-C85A326F15EB}" dt="2023-06-27T15:04:05.590" v="3"/>
          <pc:sldLayoutMkLst>
            <pc:docMk/>
            <pc:sldMasterMk cId="2384981642" sldId="2147483725"/>
            <pc:sldLayoutMk cId="3282245573" sldId="2147483723"/>
          </pc:sldLayoutMkLst>
        </pc:sldLayoutChg>
        <pc:sldLayoutChg chg="add del">
          <pc:chgData name="cai ximeng" userId="5bf5a313a20e58d1" providerId="Windows Live" clId="Web-{969373B7-4D48-4616-BBA7-C85A326F15EB}" dt="2023-06-27T15:04:05.590" v="3"/>
          <pc:sldLayoutMkLst>
            <pc:docMk/>
            <pc:sldMasterMk cId="2384981642" sldId="2147483725"/>
            <pc:sldLayoutMk cId="1682750816" sldId="2147483724"/>
          </pc:sldLayoutMkLst>
        </pc:sldLayoutChg>
      </pc:sldMasterChg>
      <pc:sldMasterChg chg="add del addSldLayout delSldLayout">
        <pc:chgData name="cai ximeng" userId="5bf5a313a20e58d1" providerId="Windows Live" clId="Web-{969373B7-4D48-4616-BBA7-C85A326F15EB}" dt="2023-06-27T15:04:15.325" v="7"/>
        <pc:sldMasterMkLst>
          <pc:docMk/>
          <pc:sldMasterMk cId="3985006807" sldId="2147483725"/>
        </pc:sldMasterMkLst>
        <pc:sldLayoutChg chg="add del">
          <pc:chgData name="cai ximeng" userId="5bf5a313a20e58d1" providerId="Windows Live" clId="Web-{969373B7-4D48-4616-BBA7-C85A326F15EB}" dt="2023-06-27T15:04:15.325" v="7"/>
          <pc:sldLayoutMkLst>
            <pc:docMk/>
            <pc:sldMasterMk cId="3985006807" sldId="2147483725"/>
            <pc:sldLayoutMk cId="4025083957" sldId="2147483714"/>
          </pc:sldLayoutMkLst>
        </pc:sldLayoutChg>
        <pc:sldLayoutChg chg="add del">
          <pc:chgData name="cai ximeng" userId="5bf5a313a20e58d1" providerId="Windows Live" clId="Web-{969373B7-4D48-4616-BBA7-C85A326F15EB}" dt="2023-06-27T15:04:15.325" v="7"/>
          <pc:sldLayoutMkLst>
            <pc:docMk/>
            <pc:sldMasterMk cId="3985006807" sldId="2147483725"/>
            <pc:sldLayoutMk cId="1201048204" sldId="2147483715"/>
          </pc:sldLayoutMkLst>
        </pc:sldLayoutChg>
        <pc:sldLayoutChg chg="add del">
          <pc:chgData name="cai ximeng" userId="5bf5a313a20e58d1" providerId="Windows Live" clId="Web-{969373B7-4D48-4616-BBA7-C85A326F15EB}" dt="2023-06-27T15:04:15.325" v="7"/>
          <pc:sldLayoutMkLst>
            <pc:docMk/>
            <pc:sldMasterMk cId="3985006807" sldId="2147483725"/>
            <pc:sldLayoutMk cId="1217266935" sldId="2147483716"/>
          </pc:sldLayoutMkLst>
        </pc:sldLayoutChg>
        <pc:sldLayoutChg chg="add del">
          <pc:chgData name="cai ximeng" userId="5bf5a313a20e58d1" providerId="Windows Live" clId="Web-{969373B7-4D48-4616-BBA7-C85A326F15EB}" dt="2023-06-27T15:04:15.325" v="7"/>
          <pc:sldLayoutMkLst>
            <pc:docMk/>
            <pc:sldMasterMk cId="3985006807" sldId="2147483725"/>
            <pc:sldLayoutMk cId="826234071" sldId="2147483717"/>
          </pc:sldLayoutMkLst>
        </pc:sldLayoutChg>
        <pc:sldLayoutChg chg="add del">
          <pc:chgData name="cai ximeng" userId="5bf5a313a20e58d1" providerId="Windows Live" clId="Web-{969373B7-4D48-4616-BBA7-C85A326F15EB}" dt="2023-06-27T15:04:15.325" v="7"/>
          <pc:sldLayoutMkLst>
            <pc:docMk/>
            <pc:sldMasterMk cId="3985006807" sldId="2147483725"/>
            <pc:sldLayoutMk cId="3892163427" sldId="2147483718"/>
          </pc:sldLayoutMkLst>
        </pc:sldLayoutChg>
        <pc:sldLayoutChg chg="add del">
          <pc:chgData name="cai ximeng" userId="5bf5a313a20e58d1" providerId="Windows Live" clId="Web-{969373B7-4D48-4616-BBA7-C85A326F15EB}" dt="2023-06-27T15:04:15.325" v="7"/>
          <pc:sldLayoutMkLst>
            <pc:docMk/>
            <pc:sldMasterMk cId="3985006807" sldId="2147483725"/>
            <pc:sldLayoutMk cId="1807440201" sldId="2147483719"/>
          </pc:sldLayoutMkLst>
        </pc:sldLayoutChg>
        <pc:sldLayoutChg chg="add del">
          <pc:chgData name="cai ximeng" userId="5bf5a313a20e58d1" providerId="Windows Live" clId="Web-{969373B7-4D48-4616-BBA7-C85A326F15EB}" dt="2023-06-27T15:04:15.325" v="7"/>
          <pc:sldLayoutMkLst>
            <pc:docMk/>
            <pc:sldMasterMk cId="3985006807" sldId="2147483725"/>
            <pc:sldLayoutMk cId="2492660784" sldId="2147483720"/>
          </pc:sldLayoutMkLst>
        </pc:sldLayoutChg>
        <pc:sldLayoutChg chg="add del">
          <pc:chgData name="cai ximeng" userId="5bf5a313a20e58d1" providerId="Windows Live" clId="Web-{969373B7-4D48-4616-BBA7-C85A326F15EB}" dt="2023-06-27T15:04:15.325" v="7"/>
          <pc:sldLayoutMkLst>
            <pc:docMk/>
            <pc:sldMasterMk cId="3985006807" sldId="2147483725"/>
            <pc:sldLayoutMk cId="1529342356" sldId="2147483721"/>
          </pc:sldLayoutMkLst>
        </pc:sldLayoutChg>
        <pc:sldLayoutChg chg="add del">
          <pc:chgData name="cai ximeng" userId="5bf5a313a20e58d1" providerId="Windows Live" clId="Web-{969373B7-4D48-4616-BBA7-C85A326F15EB}" dt="2023-06-27T15:04:15.325" v="7"/>
          <pc:sldLayoutMkLst>
            <pc:docMk/>
            <pc:sldMasterMk cId="3985006807" sldId="2147483725"/>
            <pc:sldLayoutMk cId="2270374657" sldId="2147483722"/>
          </pc:sldLayoutMkLst>
        </pc:sldLayoutChg>
        <pc:sldLayoutChg chg="add del">
          <pc:chgData name="cai ximeng" userId="5bf5a313a20e58d1" providerId="Windows Live" clId="Web-{969373B7-4D48-4616-BBA7-C85A326F15EB}" dt="2023-06-27T15:04:15.325" v="7"/>
          <pc:sldLayoutMkLst>
            <pc:docMk/>
            <pc:sldMasterMk cId="3985006807" sldId="2147483725"/>
            <pc:sldLayoutMk cId="3682086742" sldId="2147483723"/>
          </pc:sldLayoutMkLst>
        </pc:sldLayoutChg>
        <pc:sldLayoutChg chg="add del">
          <pc:chgData name="cai ximeng" userId="5bf5a313a20e58d1" providerId="Windows Live" clId="Web-{969373B7-4D48-4616-BBA7-C85A326F15EB}" dt="2023-06-27T15:04:15.325" v="7"/>
          <pc:sldLayoutMkLst>
            <pc:docMk/>
            <pc:sldMasterMk cId="3985006807" sldId="2147483725"/>
            <pc:sldLayoutMk cId="3149287793" sldId="2147483724"/>
          </pc:sldLayoutMkLst>
        </pc:sldLayoutChg>
      </pc:sldMasterChg>
      <pc:sldMasterChg chg="add del addSldLayout delSldLayout">
        <pc:chgData name="cai ximeng" userId="5bf5a313a20e58d1" providerId="Windows Live" clId="Web-{969373B7-4D48-4616-BBA7-C85A326F15EB}" dt="2023-06-27T15:03:43.432" v="1"/>
        <pc:sldMasterMkLst>
          <pc:docMk/>
          <pc:sldMasterMk cId="3991642376" sldId="2147483726"/>
        </pc:sldMasterMkLst>
        <pc:sldLayoutChg chg="add del">
          <pc:chgData name="cai ximeng" userId="5bf5a313a20e58d1" providerId="Windows Live" clId="Web-{969373B7-4D48-4616-BBA7-C85A326F15EB}" dt="2023-06-27T15:03:43.432" v="1"/>
          <pc:sldLayoutMkLst>
            <pc:docMk/>
            <pc:sldMasterMk cId="3991642376" sldId="2147483726"/>
            <pc:sldLayoutMk cId="3535479520" sldId="2147483715"/>
          </pc:sldLayoutMkLst>
        </pc:sldLayoutChg>
        <pc:sldLayoutChg chg="add del">
          <pc:chgData name="cai ximeng" userId="5bf5a313a20e58d1" providerId="Windows Live" clId="Web-{969373B7-4D48-4616-BBA7-C85A326F15EB}" dt="2023-06-27T15:03:43.432" v="1"/>
          <pc:sldLayoutMkLst>
            <pc:docMk/>
            <pc:sldMasterMk cId="3991642376" sldId="2147483726"/>
            <pc:sldLayoutMk cId="3049886213" sldId="2147483716"/>
          </pc:sldLayoutMkLst>
        </pc:sldLayoutChg>
        <pc:sldLayoutChg chg="add del">
          <pc:chgData name="cai ximeng" userId="5bf5a313a20e58d1" providerId="Windows Live" clId="Web-{969373B7-4D48-4616-BBA7-C85A326F15EB}" dt="2023-06-27T15:03:43.432" v="1"/>
          <pc:sldLayoutMkLst>
            <pc:docMk/>
            <pc:sldMasterMk cId="3991642376" sldId="2147483726"/>
            <pc:sldLayoutMk cId="3258501429" sldId="2147483717"/>
          </pc:sldLayoutMkLst>
        </pc:sldLayoutChg>
        <pc:sldLayoutChg chg="add del">
          <pc:chgData name="cai ximeng" userId="5bf5a313a20e58d1" providerId="Windows Live" clId="Web-{969373B7-4D48-4616-BBA7-C85A326F15EB}" dt="2023-06-27T15:03:43.432" v="1"/>
          <pc:sldLayoutMkLst>
            <pc:docMk/>
            <pc:sldMasterMk cId="3991642376" sldId="2147483726"/>
            <pc:sldLayoutMk cId="2055308843" sldId="2147483718"/>
          </pc:sldLayoutMkLst>
        </pc:sldLayoutChg>
        <pc:sldLayoutChg chg="add del">
          <pc:chgData name="cai ximeng" userId="5bf5a313a20e58d1" providerId="Windows Live" clId="Web-{969373B7-4D48-4616-BBA7-C85A326F15EB}" dt="2023-06-27T15:03:43.432" v="1"/>
          <pc:sldLayoutMkLst>
            <pc:docMk/>
            <pc:sldMasterMk cId="3991642376" sldId="2147483726"/>
            <pc:sldLayoutMk cId="1653281128" sldId="2147483719"/>
          </pc:sldLayoutMkLst>
        </pc:sldLayoutChg>
        <pc:sldLayoutChg chg="add del">
          <pc:chgData name="cai ximeng" userId="5bf5a313a20e58d1" providerId="Windows Live" clId="Web-{969373B7-4D48-4616-BBA7-C85A326F15EB}" dt="2023-06-27T15:03:43.432" v="1"/>
          <pc:sldLayoutMkLst>
            <pc:docMk/>
            <pc:sldMasterMk cId="3991642376" sldId="2147483726"/>
            <pc:sldLayoutMk cId="666574799" sldId="2147483720"/>
          </pc:sldLayoutMkLst>
        </pc:sldLayoutChg>
        <pc:sldLayoutChg chg="add del">
          <pc:chgData name="cai ximeng" userId="5bf5a313a20e58d1" providerId="Windows Live" clId="Web-{969373B7-4D48-4616-BBA7-C85A326F15EB}" dt="2023-06-27T15:03:43.432" v="1"/>
          <pc:sldLayoutMkLst>
            <pc:docMk/>
            <pc:sldMasterMk cId="3991642376" sldId="2147483726"/>
            <pc:sldLayoutMk cId="2476281576" sldId="2147483721"/>
          </pc:sldLayoutMkLst>
        </pc:sldLayoutChg>
        <pc:sldLayoutChg chg="add del">
          <pc:chgData name="cai ximeng" userId="5bf5a313a20e58d1" providerId="Windows Live" clId="Web-{969373B7-4D48-4616-BBA7-C85A326F15EB}" dt="2023-06-27T15:03:43.432" v="1"/>
          <pc:sldLayoutMkLst>
            <pc:docMk/>
            <pc:sldMasterMk cId="3991642376" sldId="2147483726"/>
            <pc:sldLayoutMk cId="3625375161" sldId="2147483722"/>
          </pc:sldLayoutMkLst>
        </pc:sldLayoutChg>
        <pc:sldLayoutChg chg="add del">
          <pc:chgData name="cai ximeng" userId="5bf5a313a20e58d1" providerId="Windows Live" clId="Web-{969373B7-4D48-4616-BBA7-C85A326F15EB}" dt="2023-06-27T15:03:43.432" v="1"/>
          <pc:sldLayoutMkLst>
            <pc:docMk/>
            <pc:sldMasterMk cId="3991642376" sldId="2147483726"/>
            <pc:sldLayoutMk cId="3488526357" sldId="2147483723"/>
          </pc:sldLayoutMkLst>
        </pc:sldLayoutChg>
        <pc:sldLayoutChg chg="add del">
          <pc:chgData name="cai ximeng" userId="5bf5a313a20e58d1" providerId="Windows Live" clId="Web-{969373B7-4D48-4616-BBA7-C85A326F15EB}" dt="2023-06-27T15:03:43.432" v="1"/>
          <pc:sldLayoutMkLst>
            <pc:docMk/>
            <pc:sldMasterMk cId="3991642376" sldId="2147483726"/>
            <pc:sldLayoutMk cId="2628876694" sldId="2147483724"/>
          </pc:sldLayoutMkLst>
        </pc:sldLayoutChg>
        <pc:sldLayoutChg chg="add del">
          <pc:chgData name="cai ximeng" userId="5bf5a313a20e58d1" providerId="Windows Live" clId="Web-{969373B7-4D48-4616-BBA7-C85A326F15EB}" dt="2023-06-27T15:03:43.432" v="1"/>
          <pc:sldLayoutMkLst>
            <pc:docMk/>
            <pc:sldMasterMk cId="3991642376" sldId="2147483726"/>
            <pc:sldLayoutMk cId="1772663070" sldId="2147483725"/>
          </pc:sldLayoutMkLst>
        </pc:sldLayoutChg>
      </pc:sldMasterChg>
    </pc:docChg>
  </pc:docChgLst>
  <pc:docChgLst>
    <pc:chgData name="Matteo Yi" userId="b275dd5034d61192" providerId="Windows Live" clId="Web-{19AD766B-0EA8-4B32-8010-CDFDC5642C76}"/>
    <pc:docChg chg="delSld modSld">
      <pc:chgData name="Matteo Yi" userId="b275dd5034d61192" providerId="Windows Live" clId="Web-{19AD766B-0EA8-4B32-8010-CDFDC5642C76}" dt="2023-06-28T10:46:30.174" v="259" actId="1076"/>
      <pc:docMkLst>
        <pc:docMk/>
      </pc:docMkLst>
      <pc:sldChg chg="modSp">
        <pc:chgData name="Matteo Yi" userId="b275dd5034d61192" providerId="Windows Live" clId="Web-{19AD766B-0EA8-4B32-8010-CDFDC5642C76}" dt="2023-06-28T08:52:53.955" v="204" actId="20577"/>
        <pc:sldMkLst>
          <pc:docMk/>
          <pc:sldMk cId="1548339795" sldId="270"/>
        </pc:sldMkLst>
        <pc:spChg chg="mod">
          <ac:chgData name="Matteo Yi" userId="b275dd5034d61192" providerId="Windows Live" clId="Web-{19AD766B-0EA8-4B32-8010-CDFDC5642C76}" dt="2023-06-28T08:52:53.955" v="204" actId="20577"/>
          <ac:spMkLst>
            <pc:docMk/>
            <pc:sldMk cId="1548339795" sldId="270"/>
            <ac:spMk id="12" creationId="{7D8AC58B-F8B4-1BCD-FF59-CEDC42FD1CFD}"/>
          </ac:spMkLst>
        </pc:spChg>
        <pc:spChg chg="mod">
          <ac:chgData name="Matteo Yi" userId="b275dd5034d61192" providerId="Windows Live" clId="Web-{19AD766B-0EA8-4B32-8010-CDFDC5642C76}" dt="2023-06-28T08:41:50.029" v="4" actId="1076"/>
          <ac:spMkLst>
            <pc:docMk/>
            <pc:sldMk cId="1548339795" sldId="270"/>
            <ac:spMk id="14" creationId="{7780F03A-282A-6B7A-67D0-6CC3AE456B48}"/>
          </ac:spMkLst>
        </pc:spChg>
        <pc:spChg chg="mod">
          <ac:chgData name="Matteo Yi" userId="b275dd5034d61192" providerId="Windows Live" clId="Web-{19AD766B-0EA8-4B32-8010-CDFDC5642C76}" dt="2023-06-28T08:51:04.296" v="160" actId="20577"/>
          <ac:spMkLst>
            <pc:docMk/>
            <pc:sldMk cId="1548339795" sldId="270"/>
            <ac:spMk id="16" creationId="{EEDB1B41-3235-BBAC-68FC-4BF91137FBCB}"/>
          </ac:spMkLst>
        </pc:spChg>
      </pc:sldChg>
      <pc:sldChg chg="del">
        <pc:chgData name="Matteo Yi" userId="b275dd5034d61192" providerId="Windows Live" clId="Web-{19AD766B-0EA8-4B32-8010-CDFDC5642C76}" dt="2023-06-28T09:15:38.294" v="205"/>
        <pc:sldMkLst>
          <pc:docMk/>
          <pc:sldMk cId="1982152916" sldId="273"/>
        </pc:sldMkLst>
      </pc:sldChg>
      <pc:sldChg chg="addSp modSp">
        <pc:chgData name="Matteo Yi" userId="b275dd5034d61192" providerId="Windows Live" clId="Web-{19AD766B-0EA8-4B32-8010-CDFDC5642C76}" dt="2023-06-28T09:36:22.878" v="225" actId="1076"/>
        <pc:sldMkLst>
          <pc:docMk/>
          <pc:sldMk cId="1153131939" sldId="274"/>
        </pc:sldMkLst>
        <pc:picChg chg="add mod">
          <ac:chgData name="Matteo Yi" userId="b275dd5034d61192" providerId="Windows Live" clId="Web-{19AD766B-0EA8-4B32-8010-CDFDC5642C76}" dt="2023-06-28T09:36:22.878" v="225" actId="1076"/>
          <ac:picMkLst>
            <pc:docMk/>
            <pc:sldMk cId="1153131939" sldId="274"/>
            <ac:picMk id="2" creationId="{3ADA5F0C-F2A7-5DF0-E08B-1C206E0C6647}"/>
          </ac:picMkLst>
        </pc:picChg>
      </pc:sldChg>
      <pc:sldChg chg="addSp modSp">
        <pc:chgData name="Matteo Yi" userId="b275dd5034d61192" providerId="Windows Live" clId="Web-{19AD766B-0EA8-4B32-8010-CDFDC5642C76}" dt="2023-06-28T09:16:45.202" v="216" actId="1076"/>
        <pc:sldMkLst>
          <pc:docMk/>
          <pc:sldMk cId="1857895110" sldId="275"/>
        </pc:sldMkLst>
        <pc:picChg chg="add mod">
          <ac:chgData name="Matteo Yi" userId="b275dd5034d61192" providerId="Windows Live" clId="Web-{19AD766B-0EA8-4B32-8010-CDFDC5642C76}" dt="2023-06-28T09:16:45.202" v="216" actId="1076"/>
          <ac:picMkLst>
            <pc:docMk/>
            <pc:sldMk cId="1857895110" sldId="275"/>
            <ac:picMk id="2" creationId="{F1F123BB-75AE-0150-4693-137C06307883}"/>
          </ac:picMkLst>
        </pc:picChg>
      </pc:sldChg>
      <pc:sldChg chg="addSp modSp">
        <pc:chgData name="Matteo Yi" userId="b275dd5034d61192" providerId="Windows Live" clId="Web-{19AD766B-0EA8-4B32-8010-CDFDC5642C76}" dt="2023-06-28T09:51:11.452" v="233" actId="14100"/>
        <pc:sldMkLst>
          <pc:docMk/>
          <pc:sldMk cId="1223749910" sldId="276"/>
        </pc:sldMkLst>
        <pc:picChg chg="add mod">
          <ac:chgData name="Matteo Yi" userId="b275dd5034d61192" providerId="Windows Live" clId="Web-{19AD766B-0EA8-4B32-8010-CDFDC5642C76}" dt="2023-06-28T09:51:11.452" v="233" actId="14100"/>
          <ac:picMkLst>
            <pc:docMk/>
            <pc:sldMk cId="1223749910" sldId="276"/>
            <ac:picMk id="2" creationId="{A351770A-AF90-36F6-F91D-66CBC82116A9}"/>
          </ac:picMkLst>
        </pc:picChg>
      </pc:sldChg>
      <pc:sldChg chg="addSp modSp">
        <pc:chgData name="Matteo Yi" userId="b275dd5034d61192" providerId="Windows Live" clId="Web-{19AD766B-0EA8-4B32-8010-CDFDC5642C76}" dt="2023-06-28T09:47:44.680" v="230" actId="14100"/>
        <pc:sldMkLst>
          <pc:docMk/>
          <pc:sldMk cId="1660898896" sldId="277"/>
        </pc:sldMkLst>
        <pc:picChg chg="add mod">
          <ac:chgData name="Matteo Yi" userId="b275dd5034d61192" providerId="Windows Live" clId="Web-{19AD766B-0EA8-4B32-8010-CDFDC5642C76}" dt="2023-06-28T09:47:44.680" v="230" actId="14100"/>
          <ac:picMkLst>
            <pc:docMk/>
            <pc:sldMk cId="1660898896" sldId="277"/>
            <ac:picMk id="2" creationId="{10593304-69C8-C5BE-0094-7D3C5839DDEE}"/>
          </ac:picMkLst>
        </pc:picChg>
      </pc:sldChg>
      <pc:sldChg chg="addSp delSp modSp">
        <pc:chgData name="Matteo Yi" userId="b275dd5034d61192" providerId="Windows Live" clId="Web-{19AD766B-0EA8-4B32-8010-CDFDC5642C76}" dt="2023-06-28T10:01:37.893" v="240" actId="14100"/>
        <pc:sldMkLst>
          <pc:docMk/>
          <pc:sldMk cId="2747774785" sldId="278"/>
        </pc:sldMkLst>
        <pc:picChg chg="add del mod">
          <ac:chgData name="Matteo Yi" userId="b275dd5034d61192" providerId="Windows Live" clId="Web-{19AD766B-0EA8-4B32-8010-CDFDC5642C76}" dt="2023-06-28T09:59:57.093" v="237"/>
          <ac:picMkLst>
            <pc:docMk/>
            <pc:sldMk cId="2747774785" sldId="278"/>
            <ac:picMk id="2" creationId="{5838D919-B839-BC5A-FA85-001178BE8CCF}"/>
          </ac:picMkLst>
        </pc:picChg>
        <pc:picChg chg="add mod">
          <ac:chgData name="Matteo Yi" userId="b275dd5034d61192" providerId="Windows Live" clId="Web-{19AD766B-0EA8-4B32-8010-CDFDC5642C76}" dt="2023-06-28T10:01:37.893" v="240" actId="14100"/>
          <ac:picMkLst>
            <pc:docMk/>
            <pc:sldMk cId="2747774785" sldId="278"/>
            <ac:picMk id="3" creationId="{53212970-F1EA-A423-93CE-D994C66058C4}"/>
          </ac:picMkLst>
        </pc:picChg>
      </pc:sldChg>
      <pc:sldChg chg="del">
        <pc:chgData name="Matteo Yi" userId="b275dd5034d61192" providerId="Windows Live" clId="Web-{19AD766B-0EA8-4B32-8010-CDFDC5642C76}" dt="2023-06-28T10:01:53.034" v="241"/>
        <pc:sldMkLst>
          <pc:docMk/>
          <pc:sldMk cId="2252978513" sldId="279"/>
        </pc:sldMkLst>
      </pc:sldChg>
      <pc:sldChg chg="addSp modSp">
        <pc:chgData name="Matteo Yi" userId="b275dd5034d61192" providerId="Windows Live" clId="Web-{19AD766B-0EA8-4B32-8010-CDFDC5642C76}" dt="2023-06-28T10:06:43.856" v="244" actId="14100"/>
        <pc:sldMkLst>
          <pc:docMk/>
          <pc:sldMk cId="243645363" sldId="280"/>
        </pc:sldMkLst>
        <pc:picChg chg="add mod">
          <ac:chgData name="Matteo Yi" userId="b275dd5034d61192" providerId="Windows Live" clId="Web-{19AD766B-0EA8-4B32-8010-CDFDC5642C76}" dt="2023-06-28T10:06:43.856" v="244" actId="14100"/>
          <ac:picMkLst>
            <pc:docMk/>
            <pc:sldMk cId="243645363" sldId="280"/>
            <ac:picMk id="2" creationId="{AD2702B9-42ED-B473-E606-42EBAD4EBCF4}"/>
          </ac:picMkLst>
        </pc:picChg>
      </pc:sldChg>
      <pc:sldChg chg="addSp modSp">
        <pc:chgData name="Matteo Yi" userId="b275dd5034d61192" providerId="Windows Live" clId="Web-{19AD766B-0EA8-4B32-8010-CDFDC5642C76}" dt="2023-06-28T10:17:31.250" v="247" actId="14100"/>
        <pc:sldMkLst>
          <pc:docMk/>
          <pc:sldMk cId="19625831" sldId="281"/>
        </pc:sldMkLst>
        <pc:picChg chg="add mod">
          <ac:chgData name="Matteo Yi" userId="b275dd5034d61192" providerId="Windows Live" clId="Web-{19AD766B-0EA8-4B32-8010-CDFDC5642C76}" dt="2023-06-28T10:17:31.250" v="247" actId="14100"/>
          <ac:picMkLst>
            <pc:docMk/>
            <pc:sldMk cId="19625831" sldId="281"/>
            <ac:picMk id="2" creationId="{DE1D41CF-C8AD-77ED-F6EF-81447660CE0C}"/>
          </ac:picMkLst>
        </pc:picChg>
      </pc:sldChg>
      <pc:sldChg chg="addSp modSp">
        <pc:chgData name="Matteo Yi" userId="b275dd5034d61192" providerId="Windows Live" clId="Web-{19AD766B-0EA8-4B32-8010-CDFDC5642C76}" dt="2023-06-28T10:41:28.611" v="250" actId="14100"/>
        <pc:sldMkLst>
          <pc:docMk/>
          <pc:sldMk cId="3292514005" sldId="282"/>
        </pc:sldMkLst>
        <pc:picChg chg="add mod">
          <ac:chgData name="Matteo Yi" userId="b275dd5034d61192" providerId="Windows Live" clId="Web-{19AD766B-0EA8-4B32-8010-CDFDC5642C76}" dt="2023-06-28T10:41:28.611" v="250" actId="14100"/>
          <ac:picMkLst>
            <pc:docMk/>
            <pc:sldMk cId="3292514005" sldId="282"/>
            <ac:picMk id="2" creationId="{03D64708-AAFB-3B1D-A4D0-C0BD0A8F81FE}"/>
          </ac:picMkLst>
        </pc:picChg>
      </pc:sldChg>
      <pc:sldChg chg="addSp modSp">
        <pc:chgData name="Matteo Yi" userId="b275dd5034d61192" providerId="Windows Live" clId="Web-{19AD766B-0EA8-4B32-8010-CDFDC5642C76}" dt="2023-06-28T10:46:30.174" v="259" actId="1076"/>
        <pc:sldMkLst>
          <pc:docMk/>
          <pc:sldMk cId="99645995" sldId="283"/>
        </pc:sldMkLst>
        <pc:picChg chg="add mod">
          <ac:chgData name="Matteo Yi" userId="b275dd5034d61192" providerId="Windows Live" clId="Web-{19AD766B-0EA8-4B32-8010-CDFDC5642C76}" dt="2023-06-28T10:46:30.174" v="259" actId="1076"/>
          <ac:picMkLst>
            <pc:docMk/>
            <pc:sldMk cId="99645995" sldId="283"/>
            <ac:picMk id="2" creationId="{0A6946D3-40FF-473F-B5C9-34D2FD85D76D}"/>
          </ac:picMkLst>
        </pc:picChg>
      </pc:sldChg>
    </pc:docChg>
  </pc:docChgLst>
  <pc:docChgLst>
    <pc:chgData name="cai ximeng" userId="5bf5a313a20e58d1" providerId="Windows Live" clId="Web-{CCCA162F-B64D-4521-9E33-B847C7BC2F47}"/>
    <pc:docChg chg="delSld modSld">
      <pc:chgData name="cai ximeng" userId="5bf5a313a20e58d1" providerId="Windows Live" clId="Web-{CCCA162F-B64D-4521-9E33-B847C7BC2F47}" dt="2023-06-30T20:30:41.014" v="75" actId="20577"/>
      <pc:docMkLst>
        <pc:docMk/>
      </pc:docMkLst>
      <pc:sldChg chg="modSp">
        <pc:chgData name="cai ximeng" userId="5bf5a313a20e58d1" providerId="Windows Live" clId="Web-{CCCA162F-B64D-4521-9E33-B847C7BC2F47}" dt="2023-06-30T20:30:41.014" v="75" actId="20577"/>
        <pc:sldMkLst>
          <pc:docMk/>
          <pc:sldMk cId="1548339795" sldId="270"/>
        </pc:sldMkLst>
        <pc:spChg chg="mod">
          <ac:chgData name="cai ximeng" userId="5bf5a313a20e58d1" providerId="Windows Live" clId="Web-{CCCA162F-B64D-4521-9E33-B847C7BC2F47}" dt="2023-06-30T20:30:41.014" v="75" actId="20577"/>
          <ac:spMkLst>
            <pc:docMk/>
            <pc:sldMk cId="1548339795" sldId="270"/>
            <ac:spMk id="12" creationId="{7D8AC58B-F8B4-1BCD-FF59-CEDC42FD1CFD}"/>
          </ac:spMkLst>
        </pc:spChg>
        <pc:spChg chg="mod">
          <ac:chgData name="cai ximeng" userId="5bf5a313a20e58d1" providerId="Windows Live" clId="Web-{CCCA162F-B64D-4521-9E33-B847C7BC2F47}" dt="2023-06-30T20:28:50.073" v="73" actId="1076"/>
          <ac:spMkLst>
            <pc:docMk/>
            <pc:sldMk cId="1548339795" sldId="270"/>
            <ac:spMk id="16" creationId="{EEDB1B41-3235-BBAC-68FC-4BF91137FBCB}"/>
          </ac:spMkLst>
        </pc:spChg>
      </pc:sldChg>
      <pc:sldChg chg="del">
        <pc:chgData name="cai ximeng" userId="5bf5a313a20e58d1" providerId="Windows Live" clId="Web-{CCCA162F-B64D-4521-9E33-B847C7BC2F47}" dt="2023-06-30T20:22:42.762" v="0"/>
        <pc:sldMkLst>
          <pc:docMk/>
          <pc:sldMk cId="3245466978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188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553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539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60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566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505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478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846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457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293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3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11EAACC7-3B3F-47D1-959A-EF58926E955E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752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105000"/>
        </a:lnSpc>
        <a:spcBef>
          <a:spcPct val="0"/>
        </a:spcBef>
        <a:buNone/>
        <a:defRPr sz="4800" b="1" i="0" kern="1200" cap="none" spc="1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300" kern="1200" spc="9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 spc="9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 spc="9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9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9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7">
            <a:extLst>
              <a:ext uri="{FF2B5EF4-FFF2-40B4-BE49-F238E27FC236}">
                <a16:creationId xmlns:a16="http://schemas.microsoft.com/office/drawing/2014/main" id="{3FA49195-69EB-4E39-A68A-C232E2D03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04440" y="2087357"/>
            <a:ext cx="7323478" cy="1469543"/>
          </a:xfrm>
        </p:spPr>
        <p:txBody>
          <a:bodyPr anchor="b">
            <a:normAutofit fontScale="92500"/>
          </a:bodyPr>
          <a:lstStyle/>
          <a:p>
            <a:r>
              <a:rPr lang="en-US" altLang="zh-CN" sz="7200" b="0">
                <a:solidFill>
                  <a:srgbClr val="B4A078"/>
                </a:solidFill>
                <a:latin typeface="Arial Black"/>
                <a:ea typeface="+mn-lt"/>
              </a:rPr>
              <a:t>ASTE ONLINE</a:t>
            </a:r>
            <a:endParaRPr lang="zh-CN">
              <a:solidFill>
                <a:srgbClr val="B4A078"/>
              </a:solidFill>
              <a:ea typeface="DengXian"/>
            </a:endParaRPr>
          </a:p>
        </p:txBody>
      </p:sp>
      <p:cxnSp>
        <p:nvCxnSpPr>
          <p:cNvPr id="68" name="Straight Connector 9">
            <a:extLst>
              <a:ext uri="{FF2B5EF4-FFF2-40B4-BE49-F238E27FC236}">
                <a16:creationId xmlns:a16="http://schemas.microsoft.com/office/drawing/2014/main" id="{13280B82-CD55-43FD-92C4-F05E2A8D1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9882" y="0"/>
            <a:ext cx="4318598" cy="133719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11">
            <a:extLst>
              <a:ext uri="{FF2B5EF4-FFF2-40B4-BE49-F238E27FC236}">
                <a16:creationId xmlns:a16="http://schemas.microsoft.com/office/drawing/2014/main" id="{A4D9248B-0006-4BFE-8110-40C16E45C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487595" y="0"/>
            <a:ext cx="1466711" cy="6858000"/>
          </a:xfrm>
          <a:prstGeom prst="line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13">
            <a:extLst>
              <a:ext uri="{FF2B5EF4-FFF2-40B4-BE49-F238E27FC236}">
                <a16:creationId xmlns:a16="http://schemas.microsoft.com/office/drawing/2014/main" id="{14C10EA2-1BD8-4267-AA7D-AB8CCA53C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482080" y="4171575"/>
            <a:ext cx="5739800" cy="268642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15">
            <a:extLst>
              <a:ext uri="{FF2B5EF4-FFF2-40B4-BE49-F238E27FC236}">
                <a16:creationId xmlns:a16="http://schemas.microsoft.com/office/drawing/2014/main" id="{EE593BB5-7AFA-4C8F-AECA-CE733B1FD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296432" y="1116305"/>
            <a:ext cx="1895568" cy="574169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17">
            <a:extLst>
              <a:ext uri="{FF2B5EF4-FFF2-40B4-BE49-F238E27FC236}">
                <a16:creationId xmlns:a16="http://schemas.microsoft.com/office/drawing/2014/main" id="{F521483B-CE28-412B-9C71-9BE081E9D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978150" y="4219"/>
            <a:ext cx="3227294" cy="308149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19">
            <a:extLst>
              <a:ext uri="{FF2B5EF4-FFF2-40B4-BE49-F238E27FC236}">
                <a16:creationId xmlns:a16="http://schemas.microsoft.com/office/drawing/2014/main" id="{6BD75F78-4912-4FB5-834D-1817BF0A2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34056" y="4619"/>
            <a:ext cx="2771388" cy="77388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21">
            <a:extLst>
              <a:ext uri="{FF2B5EF4-FFF2-40B4-BE49-F238E27FC236}">
                <a16:creationId xmlns:a16="http://schemas.microsoft.com/office/drawing/2014/main" id="{EC9F4738-DD27-44BE-98C6-AB0B2296B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29880" y="5342966"/>
            <a:ext cx="8964704" cy="151503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861FF41-390F-3492-BC06-ECFCA4FCCFCC}"/>
              </a:ext>
            </a:extLst>
          </p:cNvPr>
          <p:cNvSpPr txBox="1"/>
          <p:nvPr/>
        </p:nvSpPr>
        <p:spPr>
          <a:xfrm>
            <a:off x="2003778" y="3697111"/>
            <a:ext cx="8067791" cy="10618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Project  TIW  2023   no.</a:t>
            </a:r>
            <a:r>
              <a:rPr lang="en-US" alt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66</a:t>
            </a:r>
            <a:r>
              <a:rPr 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(HTML version)</a:t>
            </a:r>
            <a:endParaRPr lang="zh-CN">
              <a:solidFill>
                <a:srgbClr val="B4A078"/>
              </a:solidFill>
              <a:latin typeface="Times New Roman"/>
              <a:ea typeface="DengXian"/>
              <a:cs typeface="Times New Roman"/>
            </a:endParaRPr>
          </a:p>
          <a:p>
            <a:r>
              <a:rPr lang="en-US" alt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S</a:t>
            </a:r>
            <a:r>
              <a:rPr 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i</a:t>
            </a:r>
            <a:r>
              <a:rPr lang="en-US" altLang="zh-CN" sz="1500" cap="all" err="1">
                <a:solidFill>
                  <a:srgbClr val="B4A078"/>
                </a:solidFill>
                <a:latin typeface="Times New Roman"/>
                <a:cs typeface="Times New Roman"/>
              </a:rPr>
              <a:t>mo</a:t>
            </a:r>
            <a:r>
              <a:rPr 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n</a:t>
            </a:r>
            <a:r>
              <a:rPr lang="en-US" alt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a</a:t>
            </a:r>
            <a:r>
              <a:rPr 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 cai   matricola</a:t>
            </a:r>
            <a:r>
              <a:rPr lang="en-US" alt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: </a:t>
            </a:r>
            <a:r>
              <a:rPr 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9</a:t>
            </a:r>
            <a:r>
              <a:rPr lang="en-US" alt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5</a:t>
            </a:r>
            <a:r>
              <a:rPr 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934</a:t>
            </a:r>
            <a:r>
              <a:rPr lang="en-US" alt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7</a:t>
            </a:r>
            <a:r>
              <a:rPr 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   c.p</a:t>
            </a:r>
            <a:r>
              <a:rPr lang="en-US" alt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: </a:t>
            </a:r>
            <a:r>
              <a:rPr 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1075</a:t>
            </a:r>
            <a:r>
              <a:rPr lang="en-US" altLang="zh-CN" sz="1500" cap="all">
                <a:solidFill>
                  <a:srgbClr val="B4A078"/>
                </a:solidFill>
                <a:latin typeface="Times New Roman"/>
                <a:cs typeface="Times New Roman"/>
              </a:rPr>
              <a:t>2734</a:t>
            </a:r>
            <a:endParaRPr lang="zh-CN">
              <a:solidFill>
                <a:srgbClr val="B4A078"/>
              </a:solidFill>
              <a:latin typeface="Times New Roman"/>
              <a:ea typeface="DengXian"/>
              <a:cs typeface="Times New Roman"/>
            </a:endParaRPr>
          </a:p>
          <a:p>
            <a:r>
              <a:rPr lang="en-US" altLang="zh-CN" sz="1500" cap="all" err="1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Jiaxiang</a:t>
            </a:r>
            <a:r>
              <a:rPr lang="en-US" altLang="zh-CN" sz="1500" cap="all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 </a:t>
            </a:r>
            <a:r>
              <a:rPr lang="en-US" altLang="zh-CN" sz="1500" cap="all" err="1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yi</a:t>
            </a:r>
            <a:r>
              <a:rPr lang="en-US" altLang="zh-CN" sz="1500" cap="all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   </a:t>
            </a:r>
            <a:r>
              <a:rPr lang="en-US" altLang="zh-CN" sz="1500" cap="all" err="1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matricola</a:t>
            </a:r>
            <a:r>
              <a:rPr lang="en-US" altLang="zh-CN" sz="1500" cap="all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: 959083  </a:t>
            </a:r>
            <a:r>
              <a:rPr lang="en-US" altLang="zh-CN" sz="1500" cap="all" err="1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c.p</a:t>
            </a:r>
            <a:r>
              <a:rPr lang="en-US" altLang="zh-CN" sz="1500" cap="all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: 10765316</a:t>
            </a:r>
          </a:p>
          <a:p>
            <a:endParaRPr lang="zh-CN" altLang="en-US">
              <a:ea typeface="DengXian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1C0C7C5-7B4D-ECDE-D1BC-7969440B6009}"/>
              </a:ext>
            </a:extLst>
          </p:cNvPr>
          <p:cNvSpPr txBox="1"/>
          <p:nvPr/>
        </p:nvSpPr>
        <p:spPr>
          <a:xfrm>
            <a:off x="1429926" y="3433703"/>
            <a:ext cx="946949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GB" altLang="zh-CN" sz="1400">
              <a:solidFill>
                <a:srgbClr val="B4A078"/>
              </a:solidFill>
              <a:latin typeface="Times New Roman"/>
              <a:ea typeface="DengXi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03088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491F8-7BB4-881D-B81C-F3E5E51A3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/>
          <a:lstStyle/>
          <a:p>
            <a:pPr marL="342900" indent="-342900"/>
            <a:r>
              <a:rPr lang="zh-CN" sz="2000" b="1">
                <a:solidFill>
                  <a:srgbClr val="00B0F0"/>
                </a:solidFill>
                <a:latin typeface="Times New Roman"/>
                <a:cs typeface="Times New Roman"/>
              </a:rPr>
              <a:t>Entity</a:t>
            </a:r>
            <a:r>
              <a:rPr lang="zh-CN" sz="2000">
                <a:solidFill>
                  <a:srgbClr val="366091"/>
                </a:solidFill>
                <a:latin typeface="Times New Roman"/>
                <a:ea typeface="STZhongsong"/>
                <a:cs typeface="Times New Roman"/>
              </a:rPr>
              <a:t>，</a:t>
            </a:r>
            <a:r>
              <a:rPr lang="zh-CN" sz="2000" b="1">
                <a:solidFill>
                  <a:srgbClr val="FF0000"/>
                </a:solidFill>
                <a:latin typeface="Times New Roman"/>
                <a:cs typeface="Times New Roman"/>
              </a:rPr>
              <a:t>Attributes</a:t>
            </a:r>
            <a:r>
              <a:rPr lang="zh-CN" sz="2000">
                <a:solidFill>
                  <a:srgbClr val="366091"/>
                </a:solidFill>
                <a:latin typeface="Times New Roman"/>
                <a:ea typeface="STZhongsong"/>
                <a:cs typeface="Times New Roman"/>
              </a:rPr>
              <a:t>，</a:t>
            </a:r>
            <a:r>
              <a:rPr lang="zh-CN" sz="2000" b="1">
                <a:solidFill>
                  <a:srgbClr val="92D050"/>
                </a:solidFill>
                <a:latin typeface="Times New Roman"/>
                <a:cs typeface="Times New Roman"/>
              </a:rPr>
              <a:t>Relationship</a:t>
            </a:r>
            <a:r>
              <a:rPr lang="zh-CN" altLang="en-US" sz="2000">
                <a:solidFill>
                  <a:srgbClr val="366091"/>
                </a:solidFill>
                <a:latin typeface="Gill Sans MT"/>
              </a:rPr>
              <a:t> </a:t>
            </a:r>
            <a:endParaRPr lang="zh-CN" altLang="en-US" sz="2000">
              <a:ea typeface="DengXian"/>
            </a:endParaRPr>
          </a:p>
          <a:p>
            <a:r>
              <a:rPr lang="it-IT" sz="1400">
                <a:solidFill>
                  <a:srgbClr val="333333"/>
                </a:solidFill>
                <a:latin typeface="Times New Roman"/>
                <a:ea typeface="+mn-lt"/>
                <a:cs typeface="Times New Roman"/>
              </a:rPr>
              <a:t>Un’applicazione web consente la gestione di 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+mn-lt"/>
                <a:cs typeface="Times New Roman"/>
              </a:rPr>
              <a:t>aste</a:t>
            </a:r>
            <a:r>
              <a:rPr lang="it-IT" sz="1400">
                <a:solidFill>
                  <a:srgbClr val="333333"/>
                </a:solidFill>
                <a:latin typeface="Times New Roman"/>
                <a:ea typeface="+mn-lt"/>
                <a:cs typeface="Times New Roman"/>
              </a:rPr>
              <a:t> online. Gli 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+mn-lt"/>
                <a:cs typeface="Times New Roman"/>
              </a:rPr>
              <a:t>utenti</a:t>
            </a:r>
            <a:r>
              <a:rPr lang="it-IT" sz="1400">
                <a:solidFill>
                  <a:srgbClr val="333333"/>
                </a:solidFill>
                <a:latin typeface="Times New Roman"/>
                <a:ea typeface="+mn-lt"/>
                <a:cs typeface="Times New Roman"/>
              </a:rPr>
              <a:t> accedono tramite login e possono vendere e acquistare all’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+mn-lt"/>
                <a:cs typeface="Times New Roman"/>
              </a:rPr>
              <a:t>asta</a:t>
            </a:r>
            <a:r>
              <a:rPr lang="it-IT" sz="1400">
                <a:solidFill>
                  <a:srgbClr val="333333"/>
                </a:solidFill>
                <a:latin typeface="Times New Roman"/>
                <a:ea typeface="+mn-lt"/>
                <a:cs typeface="Times New Roman"/>
              </a:rPr>
              <a:t>.</a:t>
            </a:r>
            <a:endParaRPr lang="it-IT" altLang="zh-CN" sz="1400">
              <a:solidFill>
                <a:srgbClr val="333333"/>
              </a:solidFill>
              <a:latin typeface="Times New Roman"/>
              <a:ea typeface="+mn-lt"/>
              <a:cs typeface="Times New Roman"/>
            </a:endParaRPr>
          </a:p>
          <a:p>
            <a:r>
              <a:rPr lang="it-IT" sz="1400">
                <a:solidFill>
                  <a:srgbClr val="333333"/>
                </a:solidFill>
                <a:latin typeface="Times New Roman"/>
                <a:ea typeface="Calibri"/>
                <a:cs typeface="Calibri"/>
              </a:rPr>
              <a:t>La HOME page contiene due link, uno per accedere alla pagina VENDO e uno per accedere alla pagina ACQUISTO. </a:t>
            </a:r>
            <a:endParaRPr lang="it-IT" altLang="zh-CN" sz="1400">
              <a:solidFill>
                <a:srgbClr val="333333"/>
              </a:solidFill>
              <a:latin typeface="Times New Roman"/>
              <a:cs typeface="Calibri"/>
            </a:endParaRPr>
          </a:p>
          <a:p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La pagina VENDO mostra</a:t>
            </a:r>
            <a:r>
              <a:rPr lang="it-IT" sz="1400">
                <a:solidFill>
                  <a:srgbClr val="92D050"/>
                </a:solidFill>
                <a:latin typeface="Times New Roman"/>
                <a:ea typeface="Calibri"/>
                <a:cs typeface="Calibri"/>
              </a:rPr>
              <a:t> una lista delle aste create dall’utente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e non ancora chiuse, una lista delle 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aste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da lui create e chiuse e due </a:t>
            </a:r>
            <a:r>
              <a:rPr lang="it-IT" sz="140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form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, una per creare un nuovo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 articolo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e una per creare una nuova 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asta 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per vendere gli 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articoli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dell’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utente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. </a:t>
            </a:r>
          </a:p>
          <a:p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Un 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articolo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ha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 codice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, 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nome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, 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descrizione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,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 immagine 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e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 prezzo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. </a:t>
            </a:r>
          </a:p>
          <a:p>
            <a:r>
              <a:rPr lang="it-IT" sz="1400">
                <a:solidFill>
                  <a:srgbClr val="92D050"/>
                </a:solidFill>
                <a:latin typeface="Times New Roman"/>
                <a:ea typeface="Calibri"/>
                <a:cs typeface="Calibri"/>
              </a:rPr>
              <a:t>Un’asta comprende uno o più articoli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messi in vendita, il 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prezzo iniziale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dell’insieme di 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articoli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, il 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rialzo minimo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di ogni offerta (espresso come un numero intero di euro) e una 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scadenza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(data e ora, es. 19-04-2021 alle 24:00). Il 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prezzo iniziale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dell’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asta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è ottenuto come somma del prezzo degli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 articoli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compresi nell’offerta. </a:t>
            </a:r>
          </a:p>
          <a:p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Lo stesso </a:t>
            </a:r>
            <a:r>
              <a:rPr lang="it-IT" sz="1400">
                <a:solidFill>
                  <a:srgbClr val="92D050"/>
                </a:solidFill>
                <a:latin typeface="Times New Roman"/>
                <a:ea typeface="Calibri"/>
                <a:cs typeface="Calibri"/>
              </a:rPr>
              <a:t>articolo può essere incluso in aste diverse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, </a:t>
            </a:r>
            <a:r>
              <a:rPr lang="it-IT" sz="1400">
                <a:solidFill>
                  <a:srgbClr val="92D050"/>
                </a:solidFill>
                <a:latin typeface="Times New Roman"/>
                <a:ea typeface="Calibri"/>
                <a:cs typeface="Calibri"/>
              </a:rPr>
              <a:t>da solo o con altri articoli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. Una volta venduto, un 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articolo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non deve essere più disponibile per l’inserimento in ulteriori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 aste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. </a:t>
            </a: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latin typeface="Gill Sans MT"/>
              <a:ea typeface="DengXia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658519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800" b="1" cap="all">
                <a:solidFill>
                  <a:srgbClr val="B4A078"/>
                </a:solidFill>
                <a:latin typeface="Gill Sans MT"/>
              </a:rPr>
              <a:t>Database Analysis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857493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491F8-7BB4-881D-B81C-F3E5E51A3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/>
          <a:lstStyle/>
          <a:p>
            <a:pPr marL="342900" indent="-342900"/>
            <a:r>
              <a:rPr lang="zh-CN" sz="2000" b="1">
                <a:solidFill>
                  <a:srgbClr val="00B0F0"/>
                </a:solidFill>
                <a:latin typeface="Times New Roman"/>
                <a:cs typeface="Times New Roman"/>
              </a:rPr>
              <a:t>Entity</a:t>
            </a:r>
            <a:r>
              <a:rPr lang="zh-CN" sz="2000">
                <a:solidFill>
                  <a:srgbClr val="366091"/>
                </a:solidFill>
                <a:latin typeface="Times New Roman"/>
                <a:ea typeface="STZhongsong"/>
                <a:cs typeface="Times New Roman"/>
              </a:rPr>
              <a:t>，</a:t>
            </a:r>
            <a:r>
              <a:rPr lang="zh-CN" sz="2000" b="1">
                <a:solidFill>
                  <a:srgbClr val="FF0000"/>
                </a:solidFill>
                <a:latin typeface="Times New Roman"/>
                <a:cs typeface="Times New Roman"/>
              </a:rPr>
              <a:t>Attributes</a:t>
            </a:r>
            <a:r>
              <a:rPr lang="zh-CN" sz="2000">
                <a:solidFill>
                  <a:srgbClr val="366091"/>
                </a:solidFill>
                <a:latin typeface="Times New Roman"/>
                <a:ea typeface="STZhongsong"/>
                <a:cs typeface="Times New Roman"/>
              </a:rPr>
              <a:t>，</a:t>
            </a:r>
            <a:r>
              <a:rPr lang="zh-CN" sz="2000" b="1">
                <a:solidFill>
                  <a:srgbClr val="92D050"/>
                </a:solidFill>
                <a:latin typeface="Times New Roman"/>
                <a:cs typeface="Times New Roman"/>
              </a:rPr>
              <a:t>Relationship</a:t>
            </a:r>
            <a:r>
              <a:rPr lang="zh-CN" altLang="en-US" sz="2000">
                <a:solidFill>
                  <a:srgbClr val="366091"/>
                </a:solidFill>
                <a:latin typeface="Gill Sans MT"/>
              </a:rPr>
              <a:t> </a:t>
            </a:r>
            <a:endParaRPr lang="zh-CN" altLang="en-US" sz="2000">
              <a:ea typeface="DengXian"/>
            </a:endParaRPr>
          </a:p>
          <a:p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La lista delle 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aste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è ordinata per data + ora crescente. </a:t>
            </a:r>
          </a:p>
          <a:p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L’elenco riporta: 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codice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e 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nome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degli 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articoli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compresi nell’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asta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, 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offerta massima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, 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tempo mancante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(numero di giorni e ore) tra il momento (data ora) del login e la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 data 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e 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ora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di chiusura dell’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asta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. </a:t>
            </a:r>
          </a:p>
          <a:p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Cliccando su un’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asta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compare una pagina DETTAGLIO ASTA che riporta per un’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asta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aperta tutti i dati dell’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asta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e la lista delle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 offerte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(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nome utente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, 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prezzo offerto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, 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data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e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 ora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dell’offerta) ordinata per </a:t>
            </a:r>
            <a:r>
              <a:rPr lang="it-IT" sz="140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data+ora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decrescente. </a:t>
            </a:r>
          </a:p>
          <a:p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Un bottone CHIUDI permette all’</a:t>
            </a:r>
            <a:r>
              <a:rPr lang="it-IT" sz="1400">
                <a:solidFill>
                  <a:srgbClr val="92D050"/>
                </a:solidFill>
                <a:latin typeface="Times New Roman"/>
                <a:ea typeface="Calibri"/>
                <a:cs typeface="Calibri"/>
              </a:rPr>
              <a:t>utente di chiudere l’asta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se è giunta l’ora della scadenza (si ignori il caso di aste scadute ma non chiuse dall’utente). </a:t>
            </a:r>
          </a:p>
          <a:p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Se l’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asta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è chiusa, la pagina riporta tutti i dati dell’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Calibri"/>
              </a:rPr>
              <a:t>asta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, il 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nome dell’aggiudicatario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, il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 prezzo finale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e l’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indirizzo (fisso) di spedizione dell’utente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.  </a:t>
            </a:r>
          </a:p>
          <a:p>
            <a:endParaRPr lang="en-GB" sz="1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it-IT" sz="14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latin typeface="Gill Sans MT"/>
              <a:ea typeface="DengXia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658519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800" b="1" cap="all">
                <a:solidFill>
                  <a:srgbClr val="B4A078"/>
                </a:solidFill>
                <a:latin typeface="Gill Sans MT"/>
              </a:rPr>
              <a:t>Database Analysis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542453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491F8-7BB4-881D-B81C-F3E5E51A3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/>
          <a:lstStyle/>
          <a:p>
            <a:pPr marL="342900" indent="-342900"/>
            <a:r>
              <a:rPr lang="zh-CN" sz="2000" b="1">
                <a:solidFill>
                  <a:srgbClr val="00B0F0"/>
                </a:solidFill>
                <a:latin typeface="Times New Roman"/>
                <a:cs typeface="Times New Roman"/>
              </a:rPr>
              <a:t>Entity</a:t>
            </a:r>
            <a:r>
              <a:rPr lang="zh-CN" sz="2000">
                <a:solidFill>
                  <a:srgbClr val="366091"/>
                </a:solidFill>
                <a:latin typeface="Times New Roman"/>
                <a:ea typeface="STZhongsong"/>
                <a:cs typeface="Times New Roman"/>
              </a:rPr>
              <a:t>，</a:t>
            </a:r>
            <a:r>
              <a:rPr lang="zh-CN" sz="2000" b="1">
                <a:solidFill>
                  <a:srgbClr val="FF0000"/>
                </a:solidFill>
                <a:latin typeface="Times New Roman"/>
                <a:cs typeface="Times New Roman"/>
              </a:rPr>
              <a:t>Attributes</a:t>
            </a:r>
            <a:r>
              <a:rPr lang="zh-CN" sz="2000">
                <a:solidFill>
                  <a:srgbClr val="366091"/>
                </a:solidFill>
                <a:latin typeface="Times New Roman"/>
                <a:ea typeface="STZhongsong"/>
                <a:cs typeface="Times New Roman"/>
              </a:rPr>
              <a:t>，</a:t>
            </a:r>
            <a:r>
              <a:rPr lang="zh-CN" sz="2000" b="1">
                <a:solidFill>
                  <a:srgbClr val="92D050"/>
                </a:solidFill>
                <a:latin typeface="Times New Roman"/>
                <a:cs typeface="Times New Roman"/>
              </a:rPr>
              <a:t>Relationship</a:t>
            </a:r>
            <a:r>
              <a:rPr lang="zh-CN" altLang="en-US" sz="2000">
                <a:solidFill>
                  <a:srgbClr val="366091"/>
                </a:solidFill>
                <a:latin typeface="Gill Sans MT"/>
              </a:rPr>
              <a:t> </a:t>
            </a:r>
            <a:endParaRPr lang="zh-CN" altLang="en-US" sz="2000">
              <a:ea typeface="DengXian"/>
            </a:endParaRPr>
          </a:p>
          <a:p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La pagina ACQUISTO contiene una </a:t>
            </a:r>
            <a:r>
              <a:rPr lang="it-IT" sz="140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form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di ricerca per parola chiave. Quando l’acquirente invia una parola chiave  la pagina ACQUISTO è aggiornata e mostra un elenco di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Times New Roman"/>
              </a:rPr>
              <a:t> aste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aperte (la cui scadenza è posteriore alla data e ora dell’invio) per cui la parola chiave compare nel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 nome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o nella 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descrizione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di almeno uno degli 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Times New Roman"/>
              </a:rPr>
              <a:t>articoli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 dell’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Times New Roman"/>
              </a:rPr>
              <a:t>asta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. La lista è ordinata in modo decrescente in base al tempo (numero di giorni e  ore) mancante alla chiusura. </a:t>
            </a:r>
          </a:p>
          <a:p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Cliccando su un’asta aperta compare la pagina OFFERTA che mostra i dati degli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Times New Roman"/>
              </a:rPr>
              <a:t> articoli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, l’elenco delle 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Times New Roman"/>
              </a:rPr>
              <a:t>offerte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 pervenute in ordine di data + ora decrescente e </a:t>
            </a:r>
            <a:r>
              <a:rPr lang="it-IT" sz="1400">
                <a:solidFill>
                  <a:srgbClr val="92D050"/>
                </a:solidFill>
                <a:latin typeface="Times New Roman"/>
                <a:ea typeface="Calibri"/>
                <a:cs typeface="Times New Roman"/>
              </a:rPr>
              <a:t>un campo di input per inserire la propria offerta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, che deve essere superiore all’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offerta massima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corrente di un importo pari almeno al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 rialzo minimo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. </a:t>
            </a:r>
          </a:p>
          <a:p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Dopo l’invio dell’offerta la pagina OFFERTA mostra l’elenco delle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Times New Roman"/>
              </a:rPr>
              <a:t> offerte 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aggiornate. La pagina ACQUISTO contiene anche un elenco delle 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Times New Roman"/>
              </a:rPr>
              <a:t>offerte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aggiudicate all’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Times New Roman"/>
              </a:rPr>
              <a:t>utente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con i dati degli </a:t>
            </a:r>
            <a:r>
              <a:rPr lang="it-IT" sz="1400">
                <a:solidFill>
                  <a:srgbClr val="00B0F0"/>
                </a:solidFill>
                <a:latin typeface="Times New Roman"/>
                <a:ea typeface="Calibri"/>
                <a:cs typeface="Times New Roman"/>
              </a:rPr>
              <a:t>articoli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e il </a:t>
            </a:r>
            <a:r>
              <a:rPr lang="it-IT" sz="1400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prezzo finale</a:t>
            </a:r>
            <a:r>
              <a:rPr lang="it-IT" sz="14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.</a:t>
            </a:r>
          </a:p>
          <a:p>
            <a:endParaRPr lang="it-IT" sz="1400">
              <a:solidFill>
                <a:srgbClr val="000000"/>
              </a:solidFill>
              <a:latin typeface="Times New Roman"/>
              <a:ea typeface="Calibri"/>
              <a:cs typeface="Calibri"/>
            </a:endParaRPr>
          </a:p>
          <a:p>
            <a:endParaRPr lang="en-GB" sz="1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it-IT" sz="14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latin typeface="Gill Sans MT"/>
              <a:ea typeface="DengXia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658519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800" b="1" cap="all">
                <a:solidFill>
                  <a:srgbClr val="B4A078"/>
                </a:solidFill>
                <a:latin typeface="Gill Sans MT"/>
              </a:rPr>
              <a:t>Database Analysis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171067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491F8-7BB4-881D-B81C-F3E5E51A3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/>
          <a:lstStyle/>
          <a:p>
            <a:r>
              <a:rPr lang="en-US" sz="1600">
                <a:latin typeface="Times New Roman"/>
                <a:ea typeface="+mn-lt"/>
                <a:cs typeface="+mn-lt"/>
              </a:rPr>
              <a:t>La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tabella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"</a:t>
            </a:r>
            <a:r>
              <a:rPr lang="en-US" sz="1600" err="1">
                <a:latin typeface="Times New Roman"/>
                <a:ea typeface="+mn-lt"/>
                <a:cs typeface="+mn-lt"/>
              </a:rPr>
              <a:t>Utenti</a:t>
            </a:r>
            <a:r>
              <a:rPr lang="en-US" sz="1600">
                <a:latin typeface="Times New Roman"/>
                <a:ea typeface="+mn-lt"/>
                <a:cs typeface="+mn-lt"/>
              </a:rPr>
              <a:t>"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contiene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dettagli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degli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ute</a:t>
            </a:r>
            <a:r>
              <a:rPr lang="en-US" altLang="zh-CN" sz="1600" err="1">
                <a:latin typeface="Times New Roman"/>
                <a:ea typeface="+mn-lt"/>
                <a:cs typeface="+mn-lt"/>
              </a:rPr>
              <a:t>nti</a:t>
            </a:r>
            <a:r>
              <a:rPr lang="en-US" sz="1600">
                <a:latin typeface="Times New Roman"/>
                <a:ea typeface="+mn-lt"/>
                <a:cs typeface="+mn-lt"/>
              </a:rPr>
              <a:t>,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inclusi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loro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dati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personali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le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informazioni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di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spedizione</a:t>
            </a:r>
            <a:r>
              <a:rPr lang="en-US" sz="1600">
                <a:latin typeface="Times New Roman"/>
                <a:ea typeface="+mn-lt"/>
                <a:cs typeface="+mn-lt"/>
              </a:rPr>
              <a:t>.</a:t>
            </a:r>
            <a:endParaRPr lang="zh-CN" sz="1600">
              <a:latin typeface="Times New Roman"/>
              <a:ea typeface="+mn-lt"/>
              <a:cs typeface="+mn-lt"/>
            </a:endParaRPr>
          </a:p>
          <a:p>
            <a:r>
              <a:rPr lang="en-US" sz="1600">
                <a:latin typeface="Times New Roman"/>
                <a:ea typeface="+mn-lt"/>
                <a:cs typeface="+mn-lt"/>
              </a:rPr>
              <a:t>La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altLang="zh-CN" sz="1600" err="1">
                <a:latin typeface="Times New Roman"/>
                <a:ea typeface="+mn-lt"/>
                <a:cs typeface="+mn-lt"/>
              </a:rPr>
              <a:t>t</a:t>
            </a:r>
            <a:r>
              <a:rPr lang="en-US" sz="1600" err="1">
                <a:latin typeface="Times New Roman"/>
                <a:ea typeface="+mn-lt"/>
                <a:cs typeface="+mn-lt"/>
              </a:rPr>
              <a:t>abella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"</a:t>
            </a:r>
            <a:r>
              <a:rPr lang="en-US" altLang="zh-CN" sz="1600" err="1">
                <a:latin typeface="Times New Roman"/>
                <a:ea typeface="+mn-lt"/>
                <a:cs typeface="+mn-lt"/>
              </a:rPr>
              <a:t>A</a:t>
            </a:r>
            <a:r>
              <a:rPr lang="en-US" sz="1600" err="1">
                <a:latin typeface="Times New Roman"/>
                <a:ea typeface="+mn-lt"/>
                <a:cs typeface="+mn-lt"/>
              </a:rPr>
              <a:t>r</a:t>
            </a:r>
            <a:r>
              <a:rPr lang="en-US" altLang="zh-CN" sz="1600" err="1">
                <a:latin typeface="Times New Roman"/>
                <a:ea typeface="+mn-lt"/>
                <a:cs typeface="+mn-lt"/>
              </a:rPr>
              <a:t>t</a:t>
            </a:r>
            <a:r>
              <a:rPr lang="en-US" sz="1600" err="1">
                <a:latin typeface="Times New Roman"/>
                <a:ea typeface="+mn-lt"/>
                <a:cs typeface="+mn-lt"/>
              </a:rPr>
              <a:t>icoli</a:t>
            </a:r>
            <a:r>
              <a:rPr lang="en-US" sz="1600">
                <a:latin typeface="Times New Roman"/>
                <a:ea typeface="+mn-lt"/>
                <a:cs typeface="+mn-lt"/>
              </a:rPr>
              <a:t>"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memorizza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le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informazioni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sugli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ar</a:t>
            </a:r>
            <a:r>
              <a:rPr lang="en-US" altLang="zh-CN" sz="1600" err="1">
                <a:latin typeface="Times New Roman"/>
                <a:ea typeface="+mn-lt"/>
                <a:cs typeface="+mn-lt"/>
              </a:rPr>
              <a:t>t</a:t>
            </a:r>
            <a:r>
              <a:rPr lang="en-US" sz="1600" err="1">
                <a:latin typeface="Times New Roman"/>
                <a:ea typeface="+mn-lt"/>
                <a:cs typeface="+mn-lt"/>
              </a:rPr>
              <a:t>icoli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disponibili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pe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r </a:t>
            </a:r>
            <a:r>
              <a:rPr lang="en-US" sz="1600">
                <a:latin typeface="Times New Roman"/>
                <a:ea typeface="+mn-lt"/>
                <a:cs typeface="+mn-lt"/>
              </a:rPr>
              <a:t>la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vend</a:t>
            </a:r>
            <a:r>
              <a:rPr lang="en-US" altLang="zh-CN" sz="1600" err="1">
                <a:latin typeface="Times New Roman"/>
                <a:ea typeface="+mn-lt"/>
                <a:cs typeface="+mn-lt"/>
              </a:rPr>
              <a:t>i</a:t>
            </a:r>
            <a:r>
              <a:rPr lang="en-US" sz="1600" err="1">
                <a:latin typeface="Times New Roman"/>
                <a:ea typeface="+mn-lt"/>
                <a:cs typeface="+mn-lt"/>
              </a:rPr>
              <a:t>ta</a:t>
            </a:r>
            <a:r>
              <a:rPr lang="en-US" sz="1600">
                <a:latin typeface="Times New Roman"/>
                <a:ea typeface="+mn-lt"/>
                <a:cs typeface="+mn-lt"/>
              </a:rPr>
              <a:t>.</a:t>
            </a:r>
            <a:endParaRPr lang="it-IT" sz="1600">
              <a:latin typeface="Times New Roman"/>
              <a:ea typeface="+mn-lt"/>
              <a:cs typeface="+mn-lt"/>
            </a:endParaRPr>
          </a:p>
          <a:p>
            <a:r>
              <a:rPr lang="en-US" sz="1600">
                <a:latin typeface="Times New Roman"/>
                <a:ea typeface="+mn-lt"/>
                <a:cs typeface="+mn-lt"/>
              </a:rPr>
              <a:t>La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ta</a:t>
            </a:r>
            <a:r>
              <a:rPr lang="en-US" altLang="zh-CN" sz="1600" err="1">
                <a:latin typeface="Times New Roman"/>
                <a:ea typeface="+mn-lt"/>
                <a:cs typeface="+mn-lt"/>
              </a:rPr>
              <a:t>b</a:t>
            </a:r>
            <a:r>
              <a:rPr lang="en-US" sz="1600" err="1">
                <a:latin typeface="Times New Roman"/>
                <a:ea typeface="+mn-lt"/>
                <a:cs typeface="+mn-lt"/>
              </a:rPr>
              <a:t>ella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"Aste"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tiene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traccia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delle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aste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create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dagli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altLang="zh-CN" sz="1600" err="1">
                <a:latin typeface="Times New Roman"/>
                <a:ea typeface="+mn-lt"/>
                <a:cs typeface="+mn-lt"/>
              </a:rPr>
              <a:t>ute</a:t>
            </a:r>
            <a:r>
              <a:rPr lang="en-US" sz="1600" err="1">
                <a:latin typeface="Times New Roman"/>
                <a:ea typeface="+mn-lt"/>
                <a:cs typeface="+mn-lt"/>
              </a:rPr>
              <a:t>nti</a:t>
            </a:r>
            <a:r>
              <a:rPr lang="en-US" sz="1600">
                <a:latin typeface="Times New Roman"/>
                <a:ea typeface="+mn-lt"/>
                <a:cs typeface="+mn-lt"/>
              </a:rPr>
              <a:t>,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con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le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r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elati</a:t>
            </a:r>
            <a:r>
              <a:rPr lang="en-US" sz="1600">
                <a:latin typeface="Times New Roman"/>
                <a:ea typeface="+mn-lt"/>
                <a:cs typeface="+mn-lt"/>
              </a:rPr>
              <a:t>ve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informazi</a:t>
            </a:r>
            <a:r>
              <a:rPr lang="en-US" altLang="zh-CN" sz="1600" err="1">
                <a:latin typeface="Times New Roman"/>
                <a:ea typeface="+mn-lt"/>
                <a:cs typeface="+mn-lt"/>
              </a:rPr>
              <a:t>oni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come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altLang="zh-CN" sz="1600" err="1">
                <a:latin typeface="Times New Roman"/>
                <a:ea typeface="+mn-lt"/>
                <a:cs typeface="+mn-lt"/>
              </a:rPr>
              <a:t>p</a:t>
            </a:r>
            <a:r>
              <a:rPr lang="en-US" sz="1600" err="1">
                <a:latin typeface="Times New Roman"/>
                <a:ea typeface="+mn-lt"/>
                <a:cs typeface="+mn-lt"/>
              </a:rPr>
              <a:t>rezzo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iniziale</a:t>
            </a:r>
            <a:r>
              <a:rPr lang="en-US" sz="1600">
                <a:latin typeface="Times New Roman"/>
                <a:ea typeface="+mn-lt"/>
                <a:cs typeface="+mn-lt"/>
              </a:rPr>
              <a:t>,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rialzo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minimo</a:t>
            </a:r>
            <a:r>
              <a:rPr lang="en-US" sz="1600">
                <a:latin typeface="Times New Roman"/>
                <a:ea typeface="+mn-lt"/>
                <a:cs typeface="+mn-lt"/>
              </a:rPr>
              <a:t>,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scadenza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stato</a:t>
            </a:r>
            <a:r>
              <a:rPr lang="en-US" sz="1600">
                <a:latin typeface="Times New Roman"/>
                <a:ea typeface="+mn-lt"/>
                <a:cs typeface="+mn-lt"/>
              </a:rPr>
              <a:t>.</a:t>
            </a:r>
            <a:endParaRPr lang="zh-CN" sz="1600">
              <a:latin typeface="Times New Roman"/>
              <a:ea typeface="+mn-lt"/>
              <a:cs typeface="+mn-lt"/>
            </a:endParaRPr>
          </a:p>
          <a:p>
            <a:r>
              <a:rPr lang="en-US" sz="1600">
                <a:latin typeface="Times New Roman"/>
                <a:ea typeface="+mn-lt"/>
                <a:cs typeface="+mn-lt"/>
              </a:rPr>
              <a:t>La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tabella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"</a:t>
            </a:r>
            <a:r>
              <a:rPr lang="en-US" sz="1600" err="1">
                <a:latin typeface="Times New Roman"/>
                <a:ea typeface="+mn-lt"/>
                <a:cs typeface="+mn-lt"/>
              </a:rPr>
              <a:t>Articoli_Aste</a:t>
            </a:r>
            <a:r>
              <a:rPr lang="en-US" sz="1600">
                <a:latin typeface="Times New Roman"/>
                <a:ea typeface="+mn-lt"/>
                <a:cs typeface="+mn-lt"/>
              </a:rPr>
              <a:t>"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rappresenta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la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relazione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molti</a:t>
            </a:r>
            <a:r>
              <a:rPr lang="en-US" sz="1600">
                <a:latin typeface="Times New Roman"/>
                <a:ea typeface="+mn-lt"/>
                <a:cs typeface="+mn-lt"/>
              </a:rPr>
              <a:t>-a-</a:t>
            </a:r>
            <a:r>
              <a:rPr lang="en-US" sz="1600" err="1">
                <a:latin typeface="Times New Roman"/>
                <a:ea typeface="+mn-lt"/>
                <a:cs typeface="+mn-lt"/>
              </a:rPr>
              <a:t>molti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tra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gli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articoli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le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aste</a:t>
            </a:r>
            <a:r>
              <a:rPr lang="en-US" sz="1600">
                <a:latin typeface="Times New Roman"/>
                <a:ea typeface="+mn-lt"/>
                <a:cs typeface="+mn-lt"/>
              </a:rPr>
              <a:t>,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consentendo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di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associare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più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articoli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un'asta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specifica</a:t>
            </a:r>
            <a:r>
              <a:rPr lang="en-US" sz="1600">
                <a:latin typeface="Times New Roman"/>
                <a:ea typeface="+mn-lt"/>
                <a:cs typeface="+mn-lt"/>
              </a:rPr>
              <a:t>.</a:t>
            </a:r>
            <a:endParaRPr lang="zh-CN" sz="1600">
              <a:latin typeface="Times New Roman"/>
              <a:ea typeface="+mn-lt"/>
              <a:cs typeface="+mn-lt"/>
            </a:endParaRPr>
          </a:p>
          <a:p>
            <a:r>
              <a:rPr lang="en-US" sz="1600">
                <a:latin typeface="Times New Roman"/>
                <a:ea typeface="+mn-lt"/>
                <a:cs typeface="+mn-lt"/>
              </a:rPr>
              <a:t>La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tabella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"</a:t>
            </a:r>
            <a:r>
              <a:rPr lang="en-US" sz="1600" err="1">
                <a:latin typeface="Times New Roman"/>
                <a:ea typeface="+mn-lt"/>
                <a:cs typeface="+mn-lt"/>
              </a:rPr>
              <a:t>Offerte</a:t>
            </a:r>
            <a:r>
              <a:rPr lang="en-US" sz="1600">
                <a:latin typeface="Times New Roman"/>
                <a:ea typeface="+mn-lt"/>
                <a:cs typeface="+mn-lt"/>
              </a:rPr>
              <a:t>"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registra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le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offerte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fatte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dagli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utenti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per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le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aste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specifiche</a:t>
            </a:r>
            <a:r>
              <a:rPr lang="en-US" sz="1600">
                <a:latin typeface="Times New Roman"/>
                <a:ea typeface="+mn-lt"/>
                <a:cs typeface="+mn-lt"/>
              </a:rPr>
              <a:t>,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con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il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prezzo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offerto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la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data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>
                <a:latin typeface="Times New Roman"/>
                <a:ea typeface="+mn-lt"/>
                <a:cs typeface="+mn-lt"/>
              </a:rPr>
              <a:t>e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ora</a:t>
            </a:r>
            <a:r>
              <a:rPr lang="en-US" altLang="zh-CN" sz="1600">
                <a:latin typeface="Times New Roman"/>
                <a:ea typeface="+mn-lt"/>
                <a:cs typeface="+mn-lt"/>
              </a:rPr>
              <a:t> </a:t>
            </a:r>
            <a:r>
              <a:rPr lang="en-US" sz="1600" err="1">
                <a:latin typeface="Times New Roman"/>
                <a:ea typeface="+mn-lt"/>
                <a:cs typeface="+mn-lt"/>
              </a:rPr>
              <a:t>dell'offerta</a:t>
            </a:r>
            <a:r>
              <a:rPr lang="en-US" sz="1600">
                <a:latin typeface="Times New Roman"/>
                <a:ea typeface="+mn-lt"/>
                <a:cs typeface="+mn-lt"/>
              </a:rPr>
              <a:t>.</a:t>
            </a:r>
            <a:endParaRPr lang="zh-CN" sz="1600">
              <a:latin typeface="Times New Roman"/>
              <a:ea typeface="+mn-lt"/>
              <a:cs typeface="+mn-lt"/>
            </a:endParaRPr>
          </a:p>
          <a:p>
            <a:endParaRPr lang="en-US" altLang="zh-CN" sz="1400">
              <a:solidFill>
                <a:srgbClr val="D1D5DB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400">
              <a:solidFill>
                <a:srgbClr val="000000"/>
              </a:solidFill>
              <a:latin typeface="Times New Roman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solidFill>
                <a:srgbClr val="001E2E"/>
              </a:solidFill>
              <a:latin typeface="Gill Sans MT"/>
              <a:ea typeface="DengXian"/>
              <a:cs typeface="Calibr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658519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800" b="1" cap="all">
                <a:solidFill>
                  <a:srgbClr val="B4A078"/>
                </a:solidFill>
                <a:latin typeface="Gill Sans MT"/>
              </a:rPr>
              <a:t>Database Analysis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384891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222125" y="631625"/>
            <a:ext cx="2671482" cy="5602275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sz="2800" b="1" cap="all">
                <a:solidFill>
                  <a:srgbClr val="B4A078"/>
                </a:solidFill>
                <a:latin typeface="Gill Sans MT"/>
              </a:rPr>
              <a:t>Database </a:t>
            </a:r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DESIGN</a:t>
            </a:r>
            <a:endParaRPr lang="zh-CN"/>
          </a:p>
        </p:txBody>
      </p:sp>
      <p:pic>
        <p:nvPicPr>
          <p:cNvPr id="3" name="图片 4" descr="图示&#10;&#10;已自动生成说明">
            <a:extLst>
              <a:ext uri="{FF2B5EF4-FFF2-40B4-BE49-F238E27FC236}">
                <a16:creationId xmlns:a16="http://schemas.microsoft.com/office/drawing/2014/main" id="{BFCA8EA7-507D-6BE7-8167-6540A4740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894" y="640162"/>
            <a:ext cx="8928846" cy="556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756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491F8-7BB4-881D-B81C-F3E5E51A3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5963" y="1962517"/>
            <a:ext cx="8363185" cy="2519240"/>
          </a:xfrm>
        </p:spPr>
        <p:txBody>
          <a:bodyPr lIns="109728" tIns="109728" rIns="109728" bIns="91440" anchor="t"/>
          <a:lstStyle/>
          <a:p>
            <a:pPr>
              <a:buNone/>
            </a:pP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CREATE TABLE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`</a:t>
            </a:r>
            <a:r>
              <a:rPr lang="zh-CN" sz="1200">
                <a:solidFill>
                  <a:srgbClr val="56A8F5"/>
                </a:solidFill>
                <a:ea typeface="+mn-lt"/>
                <a:cs typeface="+mn-lt"/>
              </a:rPr>
              <a:t>u</a:t>
            </a:r>
            <a:r>
              <a:rPr lang="en-US" altLang="zh-CN" sz="1200">
                <a:solidFill>
                  <a:srgbClr val="56A8F5"/>
                </a:solidFill>
                <a:ea typeface="+mn-lt"/>
                <a:cs typeface="+mn-lt"/>
              </a:rPr>
              <a:t>s</a:t>
            </a:r>
            <a:r>
              <a:rPr lang="zh-CN" sz="1200">
                <a:solidFill>
                  <a:srgbClr val="56A8F5"/>
                </a:solidFill>
                <a:ea typeface="+mn-lt"/>
                <a:cs typeface="+mn-lt"/>
              </a:rPr>
              <a:t>e</a:t>
            </a:r>
            <a:r>
              <a:rPr lang="en-US" altLang="zh-CN" sz="1200">
                <a:solidFill>
                  <a:srgbClr val="56A8F5"/>
                </a:solidFill>
                <a:ea typeface="+mn-lt"/>
                <a:cs typeface="+mn-lt"/>
              </a:rPr>
              <a:t>r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 (</a:t>
            </a:r>
            <a:br>
              <a:rPr lang="zh-CN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u</a:t>
            </a:r>
            <a:r>
              <a:rPr lang="en-US" altLang="zh-CN" sz="1200">
                <a:solidFill>
                  <a:srgbClr val="6AAB73"/>
                </a:solidFill>
                <a:ea typeface="+mn-lt"/>
                <a:cs typeface="+mn-lt"/>
              </a:rPr>
              <a:t>ser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ID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int NOT NULL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AUTO_INCRE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M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ENT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br>
              <a:rPr lang="zh-CN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`</a:t>
            </a:r>
            <a:r>
              <a:rPr lang="en-US" altLang="zh-CN" sz="1200">
                <a:solidFill>
                  <a:srgbClr val="6AAB73"/>
                </a:solidFill>
                <a:ea typeface="+mn-lt"/>
                <a:cs typeface="+mn-lt"/>
              </a:rPr>
              <a:t>us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e</a:t>
            </a:r>
            <a:r>
              <a:rPr lang="en-US" altLang="zh-CN" sz="1200" err="1">
                <a:solidFill>
                  <a:srgbClr val="6AAB73"/>
                </a:solidFill>
                <a:ea typeface="+mn-lt"/>
                <a:cs typeface="+mn-lt"/>
              </a:rPr>
              <a:t>rna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m</a:t>
            </a:r>
            <a:r>
              <a:rPr lang="en-US" altLang="zh-CN" sz="1200">
                <a:solidFill>
                  <a:srgbClr val="6AAB73"/>
                </a:solidFill>
                <a:ea typeface="+mn-lt"/>
                <a:cs typeface="+mn-lt"/>
              </a:rPr>
              <a:t>e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varchar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(</a:t>
            </a:r>
            <a:r>
              <a:rPr lang="en-US" altLang="zh-CN" sz="1200" i="1">
                <a:solidFill>
                  <a:srgbClr val="2AACB8"/>
                </a:solidFill>
                <a:ea typeface="+mn-lt"/>
                <a:cs typeface="+mn-lt"/>
              </a:rPr>
              <a:t>45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)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NOT NULL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br>
              <a:rPr lang="zh-CN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pa</a:t>
            </a:r>
            <a:r>
              <a:rPr lang="en-US" altLang="zh-CN" sz="1200" err="1">
                <a:solidFill>
                  <a:srgbClr val="6AAB73"/>
                </a:solidFill>
                <a:ea typeface="+mn-lt"/>
                <a:cs typeface="+mn-lt"/>
              </a:rPr>
              <a:t>ssword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varchar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(</a:t>
            </a:r>
            <a:r>
              <a:rPr lang="en-US" altLang="zh-CN" sz="1200" i="1">
                <a:solidFill>
                  <a:srgbClr val="2AACB8"/>
                </a:solidFill>
                <a:ea typeface="+mn-lt"/>
                <a:cs typeface="+mn-lt"/>
              </a:rPr>
              <a:t>45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)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N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OT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N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ULL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b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a</a:t>
            </a:r>
            <a:r>
              <a:rPr lang="en-US" altLang="zh-CN" sz="1200" err="1">
                <a:solidFill>
                  <a:srgbClr val="6AAB73"/>
                </a:solidFill>
                <a:ea typeface="+mn-lt"/>
                <a:cs typeface="+mn-lt"/>
              </a:rPr>
              <a:t>ddr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e</a:t>
            </a:r>
            <a:r>
              <a:rPr lang="en-US" altLang="zh-CN" sz="1200">
                <a:solidFill>
                  <a:srgbClr val="6AAB73"/>
                </a:solidFill>
                <a:ea typeface="+mn-lt"/>
                <a:cs typeface="+mn-lt"/>
              </a:rPr>
              <a:t>ss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varchar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(</a:t>
            </a:r>
            <a:r>
              <a:rPr lang="en-US" altLang="zh-CN" sz="1200" i="1">
                <a:solidFill>
                  <a:srgbClr val="2AACB8"/>
                </a:solidFill>
                <a:ea typeface="+mn-lt"/>
                <a:cs typeface="+mn-lt"/>
              </a:rPr>
              <a:t>45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)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NOT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NU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LL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b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PR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IM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AR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Y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KEY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(`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u</a:t>
            </a:r>
            <a:r>
              <a:rPr lang="en-US" altLang="zh-CN" sz="1200">
                <a:solidFill>
                  <a:srgbClr val="6AAB73"/>
                </a:solidFill>
                <a:ea typeface="+mn-lt"/>
                <a:cs typeface="+mn-lt"/>
              </a:rPr>
              <a:t>ser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ID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`)</a:t>
            </a:r>
            <a:br>
              <a:rPr lang="zh-CN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)</a:t>
            </a:r>
            <a:endParaRPr lang="zh-CN">
              <a:ea typeface="+mn-lt"/>
              <a:cs typeface="+mn-lt"/>
            </a:endParaRPr>
          </a:p>
          <a:p>
            <a:pPr>
              <a:buNone/>
            </a:pPr>
            <a:r>
              <a:rPr lang="en-US" altLang="zh-CN" sz="1200">
                <a:solidFill>
                  <a:srgbClr val="CF8E6D"/>
                </a:solidFill>
                <a:ea typeface="DengXian"/>
              </a:rPr>
              <a:t>CREATE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TABLE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en-US" altLang="zh-CN" sz="1200">
                <a:solidFill>
                  <a:srgbClr val="56A8F5"/>
                </a:solidFill>
                <a:ea typeface="DengXian"/>
              </a:rPr>
              <a:t>item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(</a:t>
            </a:r>
            <a:br>
              <a:rPr lang="zh-CN" altLang="en-US" sz="1200">
                <a:solidFill>
                  <a:srgbClr val="BCBEC4"/>
                </a:solidFill>
                <a:ea typeface="DengXian"/>
              </a:rPr>
            </a:b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item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ID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int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NOT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NULL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BCBEC4"/>
                </a:solidFill>
                <a:ea typeface="+mn-lt"/>
              </a:rPr>
              <a:t>AUT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O</a:t>
            </a:r>
            <a:r>
              <a:rPr lang="en-US" altLang="zh-CN" sz="1200">
                <a:solidFill>
                  <a:srgbClr val="BCBEC4"/>
                </a:solidFill>
                <a:ea typeface="+mn-lt"/>
              </a:rPr>
              <a:t>_INCREM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E</a:t>
            </a:r>
            <a:r>
              <a:rPr lang="en-US" altLang="zh-CN" sz="1200">
                <a:solidFill>
                  <a:srgbClr val="BCBEC4"/>
                </a:solidFill>
                <a:ea typeface="+mn-lt"/>
              </a:rPr>
              <a:t>NT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,</a:t>
            </a:r>
            <a:br>
              <a:rPr lang="zh-CN" altLang="en-US" sz="1200">
                <a:solidFill>
                  <a:srgbClr val="BCBEC4"/>
                </a:solidFill>
                <a:ea typeface="DengXian"/>
              </a:rPr>
            </a:b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item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Na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m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e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+mn-lt"/>
              </a:rPr>
              <a:t>varchar</a:t>
            </a:r>
            <a:r>
              <a:rPr lang="en-US" altLang="zh-CN" sz="1200">
                <a:solidFill>
                  <a:srgbClr val="BCBEC4"/>
                </a:solidFill>
                <a:ea typeface="+mn-lt"/>
              </a:rPr>
              <a:t>(</a:t>
            </a:r>
            <a:r>
              <a:rPr lang="en-US" altLang="zh-CN" sz="1200" i="1">
                <a:solidFill>
                  <a:srgbClr val="2AACB8"/>
                </a:solidFill>
                <a:ea typeface="+mn-lt"/>
              </a:rPr>
              <a:t>45</a:t>
            </a:r>
            <a:r>
              <a:rPr lang="en-US" altLang="zh-CN" sz="1200">
                <a:solidFill>
                  <a:srgbClr val="BCBEC4"/>
                </a:solidFill>
                <a:ea typeface="+mn-lt"/>
              </a:rPr>
              <a:t>)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NOT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NULL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,</a:t>
            </a:r>
            <a:br>
              <a:rPr lang="zh-CN" altLang="en-US" sz="1200">
                <a:solidFill>
                  <a:srgbClr val="BCBEC4"/>
                </a:solidFill>
                <a:ea typeface="DengXian"/>
              </a:rPr>
            </a:b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en-US" altLang="zh-CN" sz="1200">
                <a:solidFill>
                  <a:srgbClr val="6AAB73"/>
                </a:solidFill>
                <a:ea typeface="+mn-lt"/>
              </a:rPr>
              <a:t>des</a:t>
            </a:r>
            <a:r>
              <a:rPr lang="en-US" altLang="zh-CN" sz="1200">
                <a:solidFill>
                  <a:srgbClr val="6AAB73"/>
                </a:solidFill>
                <a:ea typeface="DengXian"/>
              </a:rPr>
              <a:t>c</a:t>
            </a:r>
            <a:r>
              <a:rPr lang="en-US" altLang="zh-CN" sz="1200">
                <a:solidFill>
                  <a:srgbClr val="6AAB73"/>
                </a:solidFill>
                <a:ea typeface="+mn-lt"/>
              </a:rPr>
              <a:t>rip</a:t>
            </a:r>
            <a:r>
              <a:rPr lang="en-US" altLang="zh-CN" sz="1200">
                <a:solidFill>
                  <a:srgbClr val="6AAB73"/>
                </a:solidFill>
                <a:ea typeface="DengXian"/>
              </a:rPr>
              <a:t>t</a:t>
            </a:r>
            <a:r>
              <a:rPr lang="en-US" altLang="zh-CN" sz="1200">
                <a:solidFill>
                  <a:srgbClr val="6AAB73"/>
                </a:solidFill>
                <a:ea typeface="+mn-lt"/>
              </a:rPr>
              <a:t>ion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+mn-lt"/>
              </a:rPr>
              <a:t>t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e</a:t>
            </a:r>
            <a:r>
              <a:rPr lang="en-US" altLang="zh-CN" sz="1200">
                <a:solidFill>
                  <a:srgbClr val="CF8E6D"/>
                </a:solidFill>
                <a:ea typeface="+mn-lt"/>
              </a:rPr>
              <a:t>xt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,</a:t>
            </a:r>
            <a:br>
              <a:rPr lang="zh-CN" altLang="en-US" sz="1200">
                <a:solidFill>
                  <a:srgbClr val="BCBEC4"/>
                </a:solidFill>
                <a:ea typeface="DengXian"/>
              </a:rPr>
            </a:b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itemP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rice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+mn-lt"/>
              </a:rPr>
              <a:t>float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(</a:t>
            </a:r>
            <a:r>
              <a:rPr lang="en-US" altLang="zh-CN" sz="1200" i="1">
                <a:solidFill>
                  <a:srgbClr val="2AACB8"/>
                </a:solidFill>
                <a:ea typeface="+mn-lt"/>
              </a:rPr>
              <a:t>10</a:t>
            </a:r>
            <a:r>
              <a:rPr lang="en-US" altLang="zh-CN" sz="1200">
                <a:solidFill>
                  <a:srgbClr val="BCBEC4"/>
                </a:solidFill>
                <a:ea typeface="+mn-lt"/>
              </a:rPr>
              <a:t>,</a:t>
            </a:r>
            <a:r>
              <a:rPr lang="en-US" altLang="zh-CN" sz="1200" i="1">
                <a:solidFill>
                  <a:srgbClr val="2AACB8"/>
                </a:solidFill>
                <a:ea typeface="DengXian"/>
              </a:rPr>
              <a:t>2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)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+mn-lt"/>
              </a:rPr>
              <a:t>NOT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N</a:t>
            </a:r>
            <a:r>
              <a:rPr lang="en-US" altLang="zh-CN" sz="1200">
                <a:solidFill>
                  <a:srgbClr val="CF8E6D"/>
                </a:solidFill>
                <a:ea typeface="+mn-lt"/>
              </a:rPr>
              <a:t>ULL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,</a:t>
            </a:r>
            <a:br>
              <a:rPr lang="zh-CN" altLang="en-US" sz="1200">
                <a:solidFill>
                  <a:srgbClr val="BCBEC4"/>
                </a:solidFill>
                <a:ea typeface="DengXian"/>
              </a:rPr>
            </a:b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i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sSold</a:t>
            </a:r>
            <a:r>
              <a:rPr lang="en-US" altLang="zh-CN" sz="1200">
                <a:solidFill>
                  <a:srgbClr val="BCBEC4"/>
                </a:solidFill>
                <a:ea typeface="+mn-lt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 err="1">
                <a:solidFill>
                  <a:srgbClr val="CF8E6D"/>
                </a:solidFill>
                <a:ea typeface="+mn-lt"/>
              </a:rPr>
              <a:t>tiny</a:t>
            </a:r>
            <a:r>
              <a:rPr lang="en-US" altLang="zh-CN" sz="1200" err="1">
                <a:solidFill>
                  <a:srgbClr val="CF8E6D"/>
                </a:solidFill>
                <a:ea typeface="DengXian"/>
              </a:rPr>
              <a:t>i</a:t>
            </a:r>
            <a:r>
              <a:rPr lang="en-US" altLang="zh-CN" sz="1200" err="1">
                <a:solidFill>
                  <a:srgbClr val="CF8E6D"/>
                </a:solidFill>
                <a:ea typeface="+mn-lt"/>
              </a:rPr>
              <a:t>n</a:t>
            </a:r>
            <a:r>
              <a:rPr lang="en-US" altLang="zh-CN" sz="1200" err="1">
                <a:solidFill>
                  <a:srgbClr val="CF8E6D"/>
                </a:solidFill>
                <a:ea typeface="DengXian"/>
              </a:rPr>
              <a:t>t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(</a:t>
            </a:r>
            <a:r>
              <a:rPr lang="en-US" altLang="zh-CN" sz="1200" i="1">
                <a:solidFill>
                  <a:srgbClr val="2AACB8"/>
                </a:solidFill>
                <a:ea typeface="DengXian"/>
              </a:rPr>
              <a:t>1</a:t>
            </a:r>
            <a:r>
              <a:rPr lang="en-US" altLang="zh-CN" sz="1200">
                <a:solidFill>
                  <a:srgbClr val="BCBEC4"/>
                </a:solidFill>
                <a:ea typeface="+mn-lt"/>
              </a:rPr>
              <a:t>)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+mn-lt"/>
              </a:rPr>
              <a:t>NOT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N</a:t>
            </a:r>
            <a:r>
              <a:rPr lang="en-US" altLang="zh-CN" sz="1200">
                <a:solidFill>
                  <a:srgbClr val="CF8E6D"/>
                </a:solidFill>
                <a:ea typeface="+mn-lt"/>
              </a:rPr>
              <a:t>ULL</a:t>
            </a:r>
            <a:r>
              <a:rPr lang="en-US" altLang="zh-CN" sz="1200">
                <a:solidFill>
                  <a:srgbClr val="BCBEC4"/>
                </a:solidFill>
                <a:ea typeface="+mn-lt"/>
              </a:rPr>
              <a:t>,</a:t>
            </a:r>
            <a:br>
              <a:rPr lang="en-US" altLang="zh-CN" sz="1200">
                <a:solidFill>
                  <a:srgbClr val="BCBEC4"/>
                </a:solidFill>
                <a:ea typeface="+mn-lt"/>
              </a:rPr>
            </a:br>
            <a:r>
              <a:rPr lang="en-US" altLang="zh-CN" sz="1200">
                <a:solidFill>
                  <a:srgbClr val="BCBEC4"/>
                </a:solidFill>
                <a:ea typeface="+mn-lt"/>
              </a:rPr>
              <a:t>`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i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magePa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t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h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+mn-lt"/>
              </a:rPr>
              <a:t>varchar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(</a:t>
            </a:r>
            <a:r>
              <a:rPr lang="en-US" altLang="zh-CN" sz="1200" i="1">
                <a:solidFill>
                  <a:srgbClr val="2AACB8"/>
                </a:solidFill>
                <a:ea typeface="+mn-lt"/>
              </a:rPr>
              <a:t>255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)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+mn-lt"/>
              </a:rPr>
              <a:t>N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OT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NU</a:t>
            </a:r>
            <a:r>
              <a:rPr lang="en-US" altLang="zh-CN" sz="1200">
                <a:solidFill>
                  <a:srgbClr val="CF8E6D"/>
                </a:solidFill>
                <a:ea typeface="+mn-lt"/>
              </a:rPr>
              <a:t>LL</a:t>
            </a:r>
            <a:r>
              <a:rPr lang="en-US" altLang="zh-CN" sz="1200">
                <a:solidFill>
                  <a:srgbClr val="BCBEC4"/>
                </a:solidFill>
                <a:ea typeface="+mn-lt"/>
              </a:rPr>
              <a:t>,</a:t>
            </a:r>
            <a:br>
              <a:rPr lang="en-US" altLang="zh-CN" sz="1200">
                <a:solidFill>
                  <a:srgbClr val="BCBEC4"/>
                </a:solidFill>
                <a:ea typeface="+mn-lt"/>
              </a:rPr>
            </a:br>
            <a:r>
              <a:rPr lang="en-US" altLang="zh-CN" sz="1200">
                <a:solidFill>
                  <a:srgbClr val="BCBEC4"/>
                </a:solidFill>
                <a:ea typeface="+mn-lt"/>
              </a:rPr>
              <a:t>`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cre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at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orID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+mn-lt"/>
              </a:rPr>
              <a:t>int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NO</a:t>
            </a:r>
            <a:r>
              <a:rPr lang="en-US" altLang="zh-CN" sz="1200">
                <a:solidFill>
                  <a:srgbClr val="CF8E6D"/>
                </a:solidFill>
                <a:ea typeface="+mn-lt"/>
              </a:rPr>
              <a:t>T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N</a:t>
            </a:r>
            <a:r>
              <a:rPr lang="en-US" altLang="zh-CN" sz="1200">
                <a:solidFill>
                  <a:srgbClr val="CF8E6D"/>
                </a:solidFill>
                <a:ea typeface="+mn-lt"/>
              </a:rPr>
              <a:t>ULL</a:t>
            </a:r>
            <a:r>
              <a:rPr lang="en-US" altLang="zh-CN" sz="1200">
                <a:solidFill>
                  <a:srgbClr val="BCBEC4"/>
                </a:solidFill>
                <a:ea typeface="+mn-lt"/>
              </a:rPr>
              <a:t>,</a:t>
            </a:r>
            <a:br>
              <a:rPr lang="en-US" altLang="zh-CN" sz="1200">
                <a:solidFill>
                  <a:srgbClr val="BCBEC4"/>
                </a:solidFill>
                <a:ea typeface="+mn-lt"/>
              </a:rPr>
            </a:br>
            <a:r>
              <a:rPr lang="en-US" altLang="zh-CN" sz="1200">
                <a:solidFill>
                  <a:srgbClr val="BCBEC4"/>
                </a:solidFill>
                <a:ea typeface="+mn-lt"/>
              </a:rPr>
              <a:t>PRI</a:t>
            </a:r>
            <a:r>
              <a:rPr lang="en-US" altLang="zh-CN" sz="1200">
                <a:solidFill>
                  <a:srgbClr val="CF8E6D"/>
                </a:solidFill>
                <a:ea typeface="+mn-lt"/>
              </a:rPr>
              <a:t>MARY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KEY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(`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itemID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`)</a:t>
            </a:r>
            <a:r>
              <a:rPr lang="en-US" altLang="zh-CN" sz="1200">
                <a:solidFill>
                  <a:srgbClr val="BCBEC4"/>
                </a:solidFill>
                <a:ea typeface="+mn-lt"/>
              </a:rPr>
              <a:t>,</a:t>
            </a:r>
            <a:br>
              <a:rPr lang="en-US" altLang="zh-CN" sz="1200">
                <a:solidFill>
                  <a:srgbClr val="BCBEC4"/>
                </a:solidFill>
                <a:ea typeface="+mn-lt"/>
              </a:rPr>
            </a:br>
            <a:r>
              <a:rPr lang="en-US" altLang="zh-CN" sz="1200">
                <a:solidFill>
                  <a:srgbClr val="BCBEC4"/>
                </a:solidFill>
                <a:ea typeface="+mn-lt"/>
              </a:rPr>
              <a:t>K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E</a:t>
            </a:r>
            <a:r>
              <a:rPr lang="en-US" altLang="zh-CN" sz="1200">
                <a:solidFill>
                  <a:srgbClr val="CF8E6D"/>
                </a:solidFill>
                <a:ea typeface="+mn-lt"/>
              </a:rPr>
              <a:t>Y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userID_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id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x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(`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crea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t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or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ID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`),</a:t>
            </a:r>
            <a:br>
              <a:rPr lang="zh-CN" altLang="en-US" sz="1200">
                <a:solidFill>
                  <a:srgbClr val="BCBEC4"/>
                </a:solidFill>
                <a:ea typeface="DengXian"/>
              </a:rPr>
            </a:br>
            <a:r>
              <a:rPr lang="en-US" altLang="zh-CN" sz="1200">
                <a:solidFill>
                  <a:srgbClr val="BCBEC4"/>
                </a:solidFill>
                <a:ea typeface="DengXian"/>
              </a:rPr>
              <a:t>CONSTRAINT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u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s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e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rID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FOREIGN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KEY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(`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c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re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a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tor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ID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`)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REFERENCES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en-US" altLang="zh-CN" sz="1200">
                <a:solidFill>
                  <a:srgbClr val="6AAB73"/>
                </a:solidFill>
                <a:ea typeface="DengXian"/>
              </a:rPr>
              <a:t>u</a:t>
            </a:r>
            <a:r>
              <a:rPr lang="en-US" altLang="zh-CN" sz="1200">
                <a:solidFill>
                  <a:srgbClr val="6AAB73"/>
                </a:solidFill>
                <a:ea typeface="+mn-lt"/>
              </a:rPr>
              <a:t>ser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(`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u</a:t>
            </a:r>
            <a:r>
              <a:rPr lang="en-US" altLang="zh-CN" sz="1200" err="1">
                <a:solidFill>
                  <a:srgbClr val="6AAB73"/>
                </a:solidFill>
                <a:ea typeface="+mn-lt"/>
              </a:rPr>
              <a:t>ser</a:t>
            </a:r>
            <a:r>
              <a:rPr lang="en-US" altLang="zh-CN" sz="1200" err="1">
                <a:solidFill>
                  <a:srgbClr val="6AAB73"/>
                </a:solidFill>
                <a:ea typeface="DengXian"/>
              </a:rPr>
              <a:t>ID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`)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ON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DELETE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CASCADE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ON</a:t>
            </a:r>
            <a:r>
              <a:rPr lang="zh-CN" altLang="en-US" sz="1200">
                <a:solidFill>
                  <a:srgbClr val="CF8E6D"/>
                </a:solidFill>
                <a:ea typeface="DengXian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DengXian"/>
              </a:rPr>
              <a:t>UPDATE</a:t>
            </a:r>
            <a:r>
              <a:rPr lang="zh-CN" altLang="en-US" sz="1200">
                <a:solidFill>
                  <a:srgbClr val="BCBEC4"/>
                </a:solidFill>
                <a:ea typeface="DengXian"/>
              </a:rPr>
              <a:t> </a:t>
            </a:r>
            <a:r>
              <a:rPr lang="en-US" altLang="zh-CN" sz="1200">
                <a:solidFill>
                  <a:srgbClr val="BCBEC4"/>
                </a:solidFill>
                <a:ea typeface="DengXian"/>
              </a:rPr>
              <a:t>CASCADE</a:t>
            </a:r>
            <a:br>
              <a:rPr lang="zh-CN" altLang="en-US" sz="1200">
                <a:solidFill>
                  <a:srgbClr val="BCBEC4"/>
                </a:solidFill>
                <a:ea typeface="DengXian"/>
              </a:rPr>
            </a:br>
            <a:r>
              <a:rPr lang="en-US" altLang="zh-CN" sz="1200">
                <a:solidFill>
                  <a:srgbClr val="BCBEC4"/>
                </a:solidFill>
                <a:ea typeface="DengXian"/>
              </a:rPr>
              <a:t>)</a:t>
            </a:r>
            <a:endParaRPr lang="zh-CN"/>
          </a:p>
          <a:p>
            <a:pPr>
              <a:buNone/>
            </a:pPr>
            <a:endParaRPr lang="zh-CN" sz="1200">
              <a:solidFill>
                <a:srgbClr val="BCBEC4"/>
              </a:solidFill>
              <a:latin typeface="DengXian"/>
              <a:ea typeface="DengXian"/>
              <a:cs typeface="Calibri"/>
            </a:endParaRPr>
          </a:p>
          <a:p>
            <a:pPr>
              <a:buNone/>
            </a:pPr>
            <a:endParaRPr lang="zh-CN" sz="1400">
              <a:solidFill>
                <a:srgbClr val="BCBEC4"/>
              </a:solidFill>
              <a:latin typeface="DengXian"/>
              <a:ea typeface="DengXian"/>
              <a:cs typeface="Calibri"/>
            </a:endParaRPr>
          </a:p>
          <a:p>
            <a:pPr marL="0" indent="0">
              <a:buNone/>
            </a:pPr>
            <a:endParaRPr lang="zh-CN" altLang="en-US" sz="2000">
              <a:solidFill>
                <a:srgbClr val="366091"/>
              </a:solidFill>
              <a:latin typeface="Gill Sans MT"/>
              <a:ea typeface="Calibri"/>
              <a:cs typeface="Calibri"/>
            </a:endParaRPr>
          </a:p>
          <a:p>
            <a:endParaRPr lang="en-GB" sz="1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it-IT" sz="14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latin typeface="Gill Sans MT"/>
              <a:ea typeface="DengXia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464790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Local database schema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72386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491F8-7BB4-881D-B81C-F3E5E51A3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519" y="1717924"/>
            <a:ext cx="8363185" cy="2519240"/>
          </a:xfrm>
        </p:spPr>
        <p:txBody>
          <a:bodyPr lIns="109728" tIns="109728" rIns="109728" bIns="91440" anchor="t"/>
          <a:lstStyle/>
          <a:p>
            <a:pPr>
              <a:buNone/>
            </a:pPr>
            <a:endParaRPr lang="zh-CN" sz="1200">
              <a:solidFill>
                <a:srgbClr val="BCBEC4"/>
              </a:solidFill>
              <a:ea typeface="+mn-lt"/>
              <a:cs typeface="+mn-lt"/>
            </a:endParaRPr>
          </a:p>
          <a:p>
            <a:pPr>
              <a:buNone/>
            </a:pP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CREATE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TABLE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sz="1200">
                <a:solidFill>
                  <a:srgbClr val="56A8F5"/>
                </a:solidFill>
                <a:ea typeface="+mn-lt"/>
                <a:cs typeface="+mn-lt"/>
              </a:rPr>
              <a:t>offer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(</a:t>
            </a:r>
            <a:b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sz="1200" err="1">
                <a:solidFill>
                  <a:srgbClr val="6AAB73"/>
                </a:solidFill>
                <a:ea typeface="+mn-lt"/>
                <a:cs typeface="+mn-lt"/>
              </a:rPr>
              <a:t>offerID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int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NOT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NULL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AUTO_INCREMENT,</a:t>
            </a:r>
            <a:b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sz="1200" err="1">
                <a:solidFill>
                  <a:srgbClr val="6AAB73"/>
                </a:solidFill>
                <a:ea typeface="+mn-lt"/>
                <a:cs typeface="+mn-lt"/>
              </a:rPr>
              <a:t>userID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int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NOT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NULL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b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sz="1200" err="1">
                <a:solidFill>
                  <a:srgbClr val="6AAB73"/>
                </a:solidFill>
                <a:ea typeface="+mn-lt"/>
                <a:cs typeface="+mn-lt"/>
              </a:rPr>
              <a:t>aucID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int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NOT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NULL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b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sz="1200" err="1">
                <a:solidFill>
                  <a:srgbClr val="6AAB73"/>
                </a:solidFill>
                <a:ea typeface="+mn-lt"/>
                <a:cs typeface="+mn-lt"/>
              </a:rPr>
              <a:t>offerPrice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float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(</a:t>
            </a:r>
            <a:r>
              <a:rPr lang="en-US" sz="1200" i="1">
                <a:solidFill>
                  <a:srgbClr val="2AACB8"/>
                </a:solidFill>
                <a:ea typeface="+mn-lt"/>
                <a:cs typeface="+mn-lt"/>
              </a:rPr>
              <a:t>10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r>
              <a:rPr lang="en-US" sz="1200" i="1">
                <a:solidFill>
                  <a:srgbClr val="2AACB8"/>
                </a:solidFill>
                <a:ea typeface="+mn-lt"/>
                <a:cs typeface="+mn-lt"/>
              </a:rPr>
              <a:t>2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)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NOT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NULL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b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sz="1200" err="1">
                <a:solidFill>
                  <a:srgbClr val="6AAB73"/>
                </a:solidFill>
                <a:ea typeface="+mn-lt"/>
                <a:cs typeface="+mn-lt"/>
              </a:rPr>
              <a:t>offerDayTime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datetime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NOT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NULL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b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PRIMARY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KEY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(`</a:t>
            </a:r>
            <a:r>
              <a:rPr lang="en-US" sz="1200" err="1">
                <a:solidFill>
                  <a:srgbClr val="6AAB73"/>
                </a:solidFill>
                <a:ea typeface="+mn-lt"/>
                <a:cs typeface="+mn-lt"/>
              </a:rPr>
              <a:t>offerID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`),</a:t>
            </a:r>
            <a:b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KEY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sz="1200" err="1">
                <a:solidFill>
                  <a:srgbClr val="6AAB73"/>
                </a:solidFill>
                <a:ea typeface="+mn-lt"/>
                <a:cs typeface="+mn-lt"/>
              </a:rPr>
              <a:t>userID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(`</a:t>
            </a:r>
            <a:r>
              <a:rPr lang="en-US" sz="1200" err="1">
                <a:solidFill>
                  <a:srgbClr val="6AAB73"/>
                </a:solidFill>
                <a:ea typeface="+mn-lt"/>
                <a:cs typeface="+mn-lt"/>
              </a:rPr>
              <a:t>userID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`),</a:t>
            </a:r>
            <a:b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KEY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sz="1200" err="1">
                <a:solidFill>
                  <a:srgbClr val="6AAB73"/>
                </a:solidFill>
                <a:ea typeface="+mn-lt"/>
                <a:cs typeface="+mn-lt"/>
              </a:rPr>
              <a:t>aucID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(`</a:t>
            </a:r>
            <a:r>
              <a:rPr lang="en-US" sz="1200" err="1">
                <a:solidFill>
                  <a:srgbClr val="6AAB73"/>
                </a:solidFill>
                <a:ea typeface="+mn-lt"/>
                <a:cs typeface="+mn-lt"/>
              </a:rPr>
              <a:t>aucID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`),</a:t>
            </a:r>
            <a:b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CONSTRAINT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sz="1200">
                <a:solidFill>
                  <a:srgbClr val="6AAB73"/>
                </a:solidFill>
                <a:ea typeface="+mn-lt"/>
                <a:cs typeface="+mn-lt"/>
              </a:rPr>
              <a:t>offer_ibfk_1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FOREIGN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KEY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(`</a:t>
            </a:r>
            <a:r>
              <a:rPr lang="en-US" sz="1200" err="1">
                <a:solidFill>
                  <a:srgbClr val="6AAB73"/>
                </a:solidFill>
                <a:ea typeface="+mn-lt"/>
                <a:cs typeface="+mn-lt"/>
              </a:rPr>
              <a:t>userID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`)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REFERENCES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sz="1200">
                <a:solidFill>
                  <a:srgbClr val="6AAB73"/>
                </a:solidFill>
                <a:ea typeface="+mn-lt"/>
                <a:cs typeface="+mn-lt"/>
              </a:rPr>
              <a:t>user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(`</a:t>
            </a:r>
            <a:r>
              <a:rPr lang="en-US" sz="1200" err="1">
                <a:solidFill>
                  <a:srgbClr val="6AAB73"/>
                </a:solidFill>
                <a:ea typeface="+mn-lt"/>
                <a:cs typeface="+mn-lt"/>
              </a:rPr>
              <a:t>userID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`)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ON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DELETE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CASCADE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ON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UPDATE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CASCADE,</a:t>
            </a:r>
            <a:b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CONSTRAINT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sz="1200">
                <a:solidFill>
                  <a:srgbClr val="6AAB73"/>
                </a:solidFill>
                <a:ea typeface="+mn-lt"/>
                <a:cs typeface="+mn-lt"/>
              </a:rPr>
              <a:t>offer_ibfk_2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FOREIGN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KEY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(`</a:t>
            </a:r>
            <a:r>
              <a:rPr lang="en-US" sz="1200" err="1">
                <a:solidFill>
                  <a:srgbClr val="6AAB73"/>
                </a:solidFill>
                <a:ea typeface="+mn-lt"/>
                <a:cs typeface="+mn-lt"/>
              </a:rPr>
              <a:t>aucID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`)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REFERENCES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sz="1200">
                <a:solidFill>
                  <a:srgbClr val="6AAB73"/>
                </a:solidFill>
                <a:ea typeface="+mn-lt"/>
                <a:cs typeface="+mn-lt"/>
              </a:rPr>
              <a:t>auction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(`</a:t>
            </a:r>
            <a:r>
              <a:rPr lang="en-US" sz="1200" err="1">
                <a:solidFill>
                  <a:srgbClr val="6AAB73"/>
                </a:solidFill>
                <a:ea typeface="+mn-lt"/>
                <a:cs typeface="+mn-lt"/>
              </a:rPr>
              <a:t>aucID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`)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ON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DELETE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CASCADE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ON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CF8E6D"/>
                </a:solidFill>
                <a:ea typeface="+mn-lt"/>
                <a:cs typeface="+mn-lt"/>
              </a:rPr>
              <a:t>UPDATE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CASCADE</a:t>
            </a:r>
            <a:b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</a:br>
            <a:r>
              <a:rPr lang="en-US" sz="1200">
                <a:solidFill>
                  <a:srgbClr val="BCBEC4"/>
                </a:solidFill>
                <a:ea typeface="+mn-lt"/>
                <a:cs typeface="+mn-lt"/>
              </a:rPr>
              <a:t>)</a:t>
            </a:r>
            <a:endParaRPr lang="zh-CN">
              <a:solidFill>
                <a:srgbClr val="BCBEC4"/>
              </a:solidFill>
              <a:ea typeface="+mn-lt"/>
              <a:cs typeface="+mn-lt"/>
            </a:endParaRPr>
          </a:p>
          <a:p>
            <a:pPr>
              <a:buNone/>
            </a:pPr>
            <a:endParaRPr lang="en-US" altLang="zh-CN" sz="1200">
              <a:solidFill>
                <a:srgbClr val="6AAB73"/>
              </a:solidFill>
              <a:ea typeface="DengXian"/>
            </a:endParaRPr>
          </a:p>
          <a:p>
            <a:pPr>
              <a:buNone/>
            </a:pPr>
            <a:endParaRPr lang="zh-CN" sz="1200">
              <a:solidFill>
                <a:srgbClr val="BCBEC4"/>
              </a:solidFill>
              <a:latin typeface="DengXian"/>
              <a:ea typeface="DengXian"/>
              <a:cs typeface="Calibri"/>
            </a:endParaRPr>
          </a:p>
          <a:p>
            <a:pPr>
              <a:buNone/>
            </a:pPr>
            <a:endParaRPr lang="zh-CN" sz="1400">
              <a:solidFill>
                <a:srgbClr val="BCBEC4"/>
              </a:solidFill>
              <a:latin typeface="DengXian"/>
              <a:ea typeface="DengXian"/>
              <a:cs typeface="Calibri"/>
            </a:endParaRPr>
          </a:p>
          <a:p>
            <a:pPr marL="0" indent="0">
              <a:buNone/>
            </a:pPr>
            <a:endParaRPr lang="zh-CN" altLang="en-US" sz="2000">
              <a:solidFill>
                <a:srgbClr val="366091"/>
              </a:solidFill>
              <a:latin typeface="Gill Sans MT"/>
              <a:ea typeface="Calibri"/>
              <a:cs typeface="Calibri"/>
            </a:endParaRPr>
          </a:p>
          <a:p>
            <a:endParaRPr lang="en-GB" sz="1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it-IT" sz="14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latin typeface="Gill Sans MT"/>
              <a:ea typeface="DengXia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39412" y="438960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Local database schema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929010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491F8-7BB4-881D-B81C-F3E5E51A3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5963" y="1962517"/>
            <a:ext cx="8363185" cy="2519240"/>
          </a:xfrm>
        </p:spPr>
        <p:txBody>
          <a:bodyPr lIns="109728" tIns="109728" rIns="109728" bIns="91440" anchor="t"/>
          <a:lstStyle/>
          <a:p>
            <a:pPr>
              <a:buNone/>
            </a:pP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CREATE TABLE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`</a:t>
            </a:r>
            <a:r>
              <a:rPr lang="zh-CN" sz="1200">
                <a:solidFill>
                  <a:srgbClr val="56A8F5"/>
                </a:solidFill>
                <a:ea typeface="+mn-lt"/>
                <a:cs typeface="+mn-lt"/>
              </a:rPr>
              <a:t>auc_item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 (</a:t>
            </a:r>
            <a:br>
              <a:rPr lang="zh-CN" sz="1200">
                <a:ea typeface="+mn-lt"/>
                <a:cs typeface="+mn-lt"/>
              </a:rPr>
            </a:b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aucID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int NOT NULL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br>
              <a:rPr lang="zh-CN" sz="1200">
                <a:ea typeface="+mn-lt"/>
                <a:cs typeface="+mn-lt"/>
              </a:rPr>
            </a:b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itemID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int NOT NULL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br>
              <a:rPr lang="zh-CN" sz="1200">
                <a:ea typeface="+mn-lt"/>
                <a:cs typeface="+mn-lt"/>
              </a:rPr>
            </a:b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PRIMARY KEY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(`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aucID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`,`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itemID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`),</a:t>
            </a:r>
            <a:br>
              <a:rPr lang="zh-CN" sz="1200">
                <a:ea typeface="+mn-lt"/>
                <a:cs typeface="+mn-lt"/>
              </a:rPr>
            </a:b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KEY 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itemID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 (`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itemID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`),</a:t>
            </a:r>
            <a:br>
              <a:rPr lang="zh-CN" sz="1200">
                <a:ea typeface="+mn-lt"/>
                <a:cs typeface="+mn-lt"/>
              </a:rPr>
            </a:b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CONSTRAINT 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auc_item_ibfk_1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FOREIGN KEY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(`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itemID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`)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REFERENCES 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item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 (`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itemID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`)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ON DELETE CASCADE ON UPDATE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CASCADE,</a:t>
            </a:r>
            <a:br>
              <a:rPr lang="zh-CN" sz="1200">
                <a:ea typeface="+mn-lt"/>
                <a:cs typeface="+mn-lt"/>
              </a:rPr>
            </a:b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CONSTRAINT 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auc_item_ibfk_2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FOREIGN KEY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(`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aucID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`)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REFERENCES 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auction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 (`</a:t>
            </a:r>
            <a:r>
              <a:rPr lang="zh-CN" sz="1200">
                <a:solidFill>
                  <a:srgbClr val="6AAB73"/>
                </a:solidFill>
                <a:ea typeface="+mn-lt"/>
                <a:cs typeface="+mn-lt"/>
              </a:rPr>
              <a:t>aucID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`) </a:t>
            </a:r>
            <a:r>
              <a:rPr lang="zh-CN" sz="1200">
                <a:solidFill>
                  <a:srgbClr val="CF8E6D"/>
                </a:solidFill>
                <a:ea typeface="+mn-lt"/>
                <a:cs typeface="+mn-lt"/>
              </a:rPr>
              <a:t>ON DELETE CASCADE ON UPDATE</a:t>
            </a: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 CASCADE</a:t>
            </a:r>
            <a:br>
              <a:rPr lang="zh-CN" sz="1200">
                <a:ea typeface="+mn-lt"/>
                <a:cs typeface="+mn-lt"/>
              </a:rPr>
            </a:br>
            <a:r>
              <a:rPr lang="zh-CN" sz="1200">
                <a:solidFill>
                  <a:srgbClr val="BCBEC4"/>
                </a:solidFill>
                <a:ea typeface="+mn-lt"/>
                <a:cs typeface="+mn-lt"/>
              </a:rPr>
              <a:t>)</a:t>
            </a:r>
            <a:endParaRPr lang="zh-CN" sz="1200">
              <a:ea typeface="DengXian"/>
            </a:endParaRPr>
          </a:p>
          <a:p>
            <a:pPr>
              <a:buNone/>
            </a:pP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CREATE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TABLE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>
                <a:solidFill>
                  <a:srgbClr val="56A8F5"/>
                </a:solidFill>
                <a:ea typeface="+mn-lt"/>
                <a:cs typeface="+mn-lt"/>
              </a:rPr>
              <a:t>auction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(</a:t>
            </a:r>
            <a:br>
              <a:rPr lang="zh-CN" altLang="en-US" sz="1200">
                <a:ea typeface="+mn-lt"/>
                <a:cs typeface="+mn-lt"/>
              </a:rPr>
            </a:b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 err="1">
                <a:solidFill>
                  <a:srgbClr val="6AAB73"/>
                </a:solidFill>
                <a:ea typeface="+mn-lt"/>
                <a:cs typeface="+mn-lt"/>
              </a:rPr>
              <a:t>aucID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int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NOT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NULL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AUTO_INCREMENT,</a:t>
            </a:r>
            <a:br>
              <a:rPr lang="zh-CN" altLang="en-US" sz="1200">
                <a:ea typeface="+mn-lt"/>
                <a:cs typeface="+mn-lt"/>
              </a:rPr>
            </a:b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 err="1">
                <a:solidFill>
                  <a:srgbClr val="6AAB73"/>
                </a:solidFill>
                <a:ea typeface="+mn-lt"/>
                <a:cs typeface="+mn-lt"/>
              </a:rPr>
              <a:t>ownerID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int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NOT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NULL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br>
              <a:rPr lang="zh-CN" altLang="en-US" sz="1200">
                <a:ea typeface="+mn-lt"/>
                <a:cs typeface="+mn-lt"/>
              </a:rPr>
            </a:b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 err="1">
                <a:solidFill>
                  <a:srgbClr val="6AAB73"/>
                </a:solidFill>
                <a:ea typeface="+mn-lt"/>
                <a:cs typeface="+mn-lt"/>
              </a:rPr>
              <a:t>aucPrice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float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(</a:t>
            </a:r>
            <a:r>
              <a:rPr lang="en-US" altLang="zh-CN" sz="1200" i="1">
                <a:solidFill>
                  <a:srgbClr val="2AACB8"/>
                </a:solidFill>
                <a:ea typeface="+mn-lt"/>
                <a:cs typeface="+mn-lt"/>
              </a:rPr>
              <a:t>10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r>
              <a:rPr lang="en-US" altLang="zh-CN" sz="1200" i="1">
                <a:solidFill>
                  <a:srgbClr val="2AACB8"/>
                </a:solidFill>
                <a:ea typeface="+mn-lt"/>
                <a:cs typeface="+mn-lt"/>
              </a:rPr>
              <a:t>2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)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NOT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NULL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br>
              <a:rPr lang="zh-CN" altLang="en-US" sz="1200">
                <a:ea typeface="+mn-lt"/>
                <a:cs typeface="+mn-lt"/>
              </a:rPr>
            </a:b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 err="1">
                <a:solidFill>
                  <a:srgbClr val="6AAB73"/>
                </a:solidFill>
                <a:ea typeface="+mn-lt"/>
                <a:cs typeface="+mn-lt"/>
              </a:rPr>
              <a:t>minUP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float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(</a:t>
            </a:r>
            <a:r>
              <a:rPr lang="en-US" altLang="zh-CN" sz="1200" i="1">
                <a:solidFill>
                  <a:srgbClr val="2AACB8"/>
                </a:solidFill>
                <a:ea typeface="+mn-lt"/>
                <a:cs typeface="+mn-lt"/>
              </a:rPr>
              <a:t>10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r>
              <a:rPr lang="en-US" altLang="zh-CN" sz="1200" i="1">
                <a:solidFill>
                  <a:srgbClr val="2AACB8"/>
                </a:solidFill>
                <a:ea typeface="+mn-lt"/>
                <a:cs typeface="+mn-lt"/>
              </a:rPr>
              <a:t>2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)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NOT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NULL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br>
              <a:rPr lang="zh-CN" altLang="en-US" sz="1200">
                <a:ea typeface="+mn-lt"/>
                <a:cs typeface="+mn-lt"/>
              </a:rPr>
            </a:b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 err="1">
                <a:solidFill>
                  <a:srgbClr val="6AAB73"/>
                </a:solidFill>
                <a:ea typeface="+mn-lt"/>
                <a:cs typeface="+mn-lt"/>
              </a:rPr>
              <a:t>expiryDateTime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datetime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NOT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NULL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br>
              <a:rPr lang="zh-CN" altLang="en-US" sz="1200">
                <a:ea typeface="+mn-lt"/>
                <a:cs typeface="+mn-lt"/>
              </a:rPr>
            </a:b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 err="1">
                <a:solidFill>
                  <a:srgbClr val="6AAB73"/>
                </a:solidFill>
                <a:ea typeface="+mn-lt"/>
                <a:cs typeface="+mn-lt"/>
              </a:rPr>
              <a:t>isClosed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 err="1">
                <a:solidFill>
                  <a:srgbClr val="CF8E6D"/>
                </a:solidFill>
                <a:ea typeface="+mn-lt"/>
                <a:cs typeface="+mn-lt"/>
              </a:rPr>
              <a:t>tinyint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(</a:t>
            </a:r>
            <a:r>
              <a:rPr lang="en-US" altLang="zh-CN" sz="1200" i="1">
                <a:solidFill>
                  <a:srgbClr val="2AACB8"/>
                </a:solidFill>
                <a:ea typeface="+mn-lt"/>
                <a:cs typeface="+mn-lt"/>
              </a:rPr>
              <a:t>1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)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NOT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NULL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,</a:t>
            </a:r>
            <a:br>
              <a:rPr lang="zh-CN" altLang="en-US" sz="1200">
                <a:ea typeface="+mn-lt"/>
                <a:cs typeface="+mn-lt"/>
              </a:rPr>
            </a:b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PRIMARY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KEY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(`</a:t>
            </a:r>
            <a:r>
              <a:rPr lang="en-US" altLang="zh-CN" sz="1200" err="1">
                <a:solidFill>
                  <a:srgbClr val="6AAB73"/>
                </a:solidFill>
                <a:ea typeface="+mn-lt"/>
                <a:cs typeface="+mn-lt"/>
              </a:rPr>
              <a:t>aucID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`),</a:t>
            </a:r>
            <a:br>
              <a:rPr lang="zh-CN" altLang="en-US" sz="1200">
                <a:ea typeface="+mn-lt"/>
                <a:cs typeface="+mn-lt"/>
              </a:rPr>
            </a:b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KEY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 err="1">
                <a:solidFill>
                  <a:srgbClr val="6AAB73"/>
                </a:solidFill>
                <a:ea typeface="+mn-lt"/>
                <a:cs typeface="+mn-lt"/>
              </a:rPr>
              <a:t>ownerID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(`</a:t>
            </a:r>
            <a:r>
              <a:rPr lang="en-US" altLang="zh-CN" sz="1200" err="1">
                <a:solidFill>
                  <a:srgbClr val="6AAB73"/>
                </a:solidFill>
                <a:ea typeface="+mn-lt"/>
                <a:cs typeface="+mn-lt"/>
              </a:rPr>
              <a:t>ownerID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`),</a:t>
            </a:r>
            <a:br>
              <a:rPr lang="zh-CN" altLang="en-US" sz="1200">
                <a:ea typeface="+mn-lt"/>
                <a:cs typeface="+mn-lt"/>
              </a:rPr>
            </a:b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CONSTRAINT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>
                <a:solidFill>
                  <a:srgbClr val="6AAB73"/>
                </a:solidFill>
                <a:ea typeface="+mn-lt"/>
                <a:cs typeface="+mn-lt"/>
              </a:rPr>
              <a:t>auction_ibfk_1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FOREIGN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KEY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(`</a:t>
            </a:r>
            <a:r>
              <a:rPr lang="en-US" altLang="zh-CN" sz="1200" err="1">
                <a:solidFill>
                  <a:srgbClr val="6AAB73"/>
                </a:solidFill>
                <a:ea typeface="+mn-lt"/>
                <a:cs typeface="+mn-lt"/>
              </a:rPr>
              <a:t>ownerID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`)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REFERENCES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en-US" altLang="zh-CN" sz="1200">
                <a:solidFill>
                  <a:srgbClr val="6AAB73"/>
                </a:solidFill>
                <a:ea typeface="+mn-lt"/>
                <a:cs typeface="+mn-lt"/>
              </a:rPr>
              <a:t>user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(`</a:t>
            </a:r>
            <a:r>
              <a:rPr lang="en-US" altLang="zh-CN" sz="1200" err="1">
                <a:solidFill>
                  <a:srgbClr val="6AAB73"/>
                </a:solidFill>
                <a:ea typeface="+mn-lt"/>
                <a:cs typeface="+mn-lt"/>
              </a:rPr>
              <a:t>userID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`)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ON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DELETE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CASCADE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ON</a:t>
            </a:r>
            <a:r>
              <a:rPr lang="zh-CN" altLang="en-US" sz="1200">
                <a:solidFill>
                  <a:srgbClr val="CF8E6D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CF8E6D"/>
                </a:solidFill>
                <a:ea typeface="+mn-lt"/>
                <a:cs typeface="+mn-lt"/>
              </a:rPr>
              <a:t>UPDATE</a:t>
            </a:r>
            <a:r>
              <a:rPr lang="zh-CN" altLang="en-US" sz="1200">
                <a:solidFill>
                  <a:srgbClr val="BCBEC4"/>
                </a:solidFill>
                <a:ea typeface="+mn-lt"/>
                <a:cs typeface="+mn-lt"/>
              </a:rPr>
              <a:t> </a:t>
            </a: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CASCADE</a:t>
            </a:r>
            <a:br>
              <a:rPr lang="zh-CN" altLang="en-US" sz="1200">
                <a:ea typeface="+mn-lt"/>
                <a:cs typeface="+mn-lt"/>
              </a:rPr>
            </a:br>
            <a:r>
              <a:rPr lang="en-US" altLang="zh-CN" sz="1200">
                <a:solidFill>
                  <a:srgbClr val="BCBEC4"/>
                </a:solidFill>
                <a:ea typeface="+mn-lt"/>
                <a:cs typeface="+mn-lt"/>
              </a:rPr>
              <a:t>)</a:t>
            </a:r>
            <a:endParaRPr lang="zh-CN" altLang="en-US" sz="1200"/>
          </a:p>
          <a:p>
            <a:pPr>
              <a:buNone/>
            </a:pPr>
            <a:endParaRPr lang="zh-CN" sz="1400">
              <a:solidFill>
                <a:srgbClr val="BCBEC4"/>
              </a:solidFill>
              <a:latin typeface="DengXian"/>
              <a:ea typeface="DengXian"/>
              <a:cs typeface="Calibri"/>
            </a:endParaRPr>
          </a:p>
          <a:p>
            <a:pPr marL="0" indent="0">
              <a:buNone/>
            </a:pPr>
            <a:endParaRPr lang="zh-CN" altLang="en-US" sz="2000">
              <a:solidFill>
                <a:srgbClr val="366091"/>
              </a:solidFill>
              <a:latin typeface="Gill Sans MT"/>
              <a:ea typeface="Calibri"/>
              <a:cs typeface="Calibri"/>
            </a:endParaRPr>
          </a:p>
          <a:p>
            <a:endParaRPr lang="en-GB" sz="1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it-IT" sz="14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latin typeface="Gill Sans MT"/>
              <a:ea typeface="DengXia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451875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Local database schema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438948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491F8-7BB4-881D-B81C-F3E5E51A3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519" y="1840221"/>
            <a:ext cx="9906000" cy="4024424"/>
          </a:xfrm>
        </p:spPr>
        <p:txBody>
          <a:bodyPr lIns="109728" tIns="109728" rIns="109728" bIns="91440" anchor="t"/>
          <a:lstStyle/>
          <a:p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La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pagina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HOME con due link per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accedere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alle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pagine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VENDO e ACQUISTO. </a:t>
            </a:r>
            <a:endParaRPr lang="en-US" altLang="zh-CN" sz="1400">
              <a:solidFill>
                <a:srgbClr val="333333"/>
              </a:solidFill>
              <a:latin typeface="Times New Roman"/>
              <a:ea typeface="+mn-lt"/>
              <a:cs typeface="+mn-lt"/>
            </a:endParaRPr>
          </a:p>
          <a:p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La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pagina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VENDO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mostra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le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aste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create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dall'utente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e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permette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di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creare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nuovi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articoli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e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nuove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aste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. </a:t>
            </a:r>
            <a:endParaRPr lang="en-US" sz="1400">
              <a:solidFill>
                <a:srgbClr val="333333"/>
              </a:solidFill>
              <a:latin typeface="Times New Roman"/>
              <a:cs typeface="Times New Roman"/>
            </a:endParaRPr>
          </a:p>
          <a:p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Gli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articoli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vengono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inseriti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nella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tabella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"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Articoli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" e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associati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alle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aste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tramite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la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tabella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di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relazione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"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Articoli_Aste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". </a:t>
            </a:r>
            <a:endParaRPr lang="en-US" sz="1400">
              <a:solidFill>
                <a:srgbClr val="333333"/>
              </a:solidFill>
              <a:latin typeface="Times New Roman"/>
              <a:cs typeface="Times New Roman"/>
            </a:endParaRPr>
          </a:p>
          <a:p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La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pagina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ACQUISTO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mostra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le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aste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aperte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in base a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una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ricerca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per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parola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chiave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. </a:t>
            </a:r>
            <a:endParaRPr lang="en-US" sz="1400">
              <a:solidFill>
                <a:srgbClr val="333333"/>
              </a:solidFill>
              <a:latin typeface="Times New Roman"/>
              <a:cs typeface="Times New Roman"/>
            </a:endParaRPr>
          </a:p>
          <a:p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Le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offerte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vengono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inserite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nella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tabella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"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Offerte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" e associate alle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aste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e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agli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utenti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corrispondenti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. </a:t>
            </a:r>
            <a:endParaRPr lang="en-US" sz="1400">
              <a:solidFill>
                <a:srgbClr val="333333"/>
              </a:solidFill>
              <a:latin typeface="Times New Roman"/>
              <a:cs typeface="Times New Roman"/>
            </a:endParaRPr>
          </a:p>
          <a:p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La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pagina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DETTAGLIO ASTA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mostra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i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dettagli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completi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dell'asta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e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l'elenco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delle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offerte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per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un'asta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aperta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. </a:t>
            </a:r>
            <a:endParaRPr lang="en-US" sz="1400">
              <a:solidFill>
                <a:srgbClr val="333333"/>
              </a:solidFill>
              <a:latin typeface="Times New Roman"/>
              <a:cs typeface="Times New Roman"/>
            </a:endParaRPr>
          </a:p>
          <a:p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L'asta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può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essere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chiusa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dall'utente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tramite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un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bottone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CHIUDI se è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giunta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l'ora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di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scadenza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. </a:t>
            </a:r>
            <a:endParaRPr lang="en-US" sz="1400">
              <a:solidFill>
                <a:srgbClr val="333333"/>
              </a:solidFill>
              <a:latin typeface="Times New Roman"/>
              <a:cs typeface="Times New Roman"/>
            </a:endParaRPr>
          </a:p>
          <a:p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La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pagina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DETTAGLIO ASTA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mostra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i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dettagli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completi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dell'asta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,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inclusi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i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dati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dell'aggiudicatario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e il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prezzo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finale se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l'asta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è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chiusa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. </a:t>
            </a:r>
            <a:endParaRPr lang="en-US" sz="1400">
              <a:solidFill>
                <a:srgbClr val="333333"/>
              </a:solidFill>
              <a:latin typeface="Times New Roman"/>
              <a:cs typeface="Times New Roman"/>
            </a:endParaRPr>
          </a:p>
          <a:p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La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pagina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OFFERTA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mostra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i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dati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degli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articoli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,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l'elenco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delle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offerte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pervenute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e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permette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di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inserire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nuove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offerte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. </a:t>
            </a:r>
            <a:endParaRPr lang="en-US" sz="1400">
              <a:solidFill>
                <a:srgbClr val="333333"/>
              </a:solidFill>
              <a:latin typeface="Times New Roman"/>
              <a:cs typeface="Times New Roman"/>
            </a:endParaRPr>
          </a:p>
          <a:p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La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pagina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ACQUISTO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contiene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un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elenco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delle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offerte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aggiudicate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all'utente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con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i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dati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degli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articoli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e il </a:t>
            </a:r>
            <a:r>
              <a:rPr lang="en-US" sz="1400" err="1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prezzo</a:t>
            </a:r>
            <a:r>
              <a:rPr lang="en-US" sz="1400">
                <a:solidFill>
                  <a:srgbClr val="333333"/>
                </a:solidFill>
                <a:latin typeface="Times New Roman"/>
                <a:ea typeface="+mn-lt"/>
                <a:cs typeface="+mn-lt"/>
              </a:rPr>
              <a:t> finale.</a:t>
            </a:r>
            <a:endParaRPr lang="en-US">
              <a:solidFill>
                <a:srgbClr val="333333"/>
              </a:solidFill>
              <a:latin typeface="Times New Roman"/>
            </a:endParaRPr>
          </a:p>
          <a:p>
            <a:endParaRPr lang="en-US" altLang="zh-CN" sz="1400">
              <a:solidFill>
                <a:srgbClr val="D1D5DB"/>
              </a:solidFill>
              <a:latin typeface="Times New Roman"/>
              <a:ea typeface="+mn-lt"/>
              <a:cs typeface="+mn-lt"/>
            </a:endParaRPr>
          </a:p>
          <a:p>
            <a:pPr marL="342900" indent="-342900"/>
            <a:endParaRPr lang="zh-CN" altLang="en-US" sz="2000">
              <a:solidFill>
                <a:srgbClr val="366091"/>
              </a:solidFill>
              <a:latin typeface="Gill Sans MT"/>
              <a:ea typeface="Calibri"/>
              <a:cs typeface="Times New Roman"/>
            </a:endParaRPr>
          </a:p>
          <a:p>
            <a:endParaRPr lang="it-IT" sz="1400">
              <a:solidFill>
                <a:srgbClr val="000000"/>
              </a:solidFill>
              <a:latin typeface="Times New Roman"/>
              <a:ea typeface="Calibri"/>
              <a:cs typeface="Calibri"/>
            </a:endParaRPr>
          </a:p>
          <a:p>
            <a:endParaRPr lang="en-GB" sz="1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it-IT" sz="14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latin typeface="Gill Sans MT"/>
              <a:ea typeface="DengXia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39412" y="451875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sz="2800" b="1" cap="all">
                <a:solidFill>
                  <a:srgbClr val="B4A078"/>
                </a:solidFill>
                <a:latin typeface="Gill Sans MT"/>
              </a:rPr>
              <a:t>s</a:t>
            </a:r>
            <a:r>
              <a:rPr lang="en-US" altLang="zh-CN" sz="2800" b="1" cap="all" err="1">
                <a:solidFill>
                  <a:srgbClr val="B4A078"/>
                </a:solidFill>
                <a:latin typeface="Gill Sans MT"/>
              </a:rPr>
              <a:t>cenario</a:t>
            </a:r>
            <a:endParaRPr lang="zh-CN" err="1"/>
          </a:p>
        </p:txBody>
      </p:sp>
    </p:spTree>
    <p:extLst>
      <p:ext uri="{BB962C8B-B14F-4D97-AF65-F5344CB8AC3E}">
        <p14:creationId xmlns:p14="http://schemas.microsoft.com/office/powerpoint/2010/main" val="3269316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491F8-7BB4-881D-B81C-F3E5E51A3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519" y="1840221"/>
            <a:ext cx="9906000" cy="4024424"/>
          </a:xfrm>
        </p:spPr>
        <p:txBody>
          <a:bodyPr lIns="109728" tIns="109728" rIns="109728" bIns="91440" anchor="t"/>
          <a:lstStyle/>
          <a:p>
            <a:endParaRPr lang="en-US" sz="1400">
              <a:solidFill>
                <a:srgbClr val="333333"/>
              </a:solidFill>
              <a:latin typeface="Times New Roman"/>
              <a:ea typeface="DengXian"/>
              <a:cs typeface="Calibri"/>
            </a:endParaRPr>
          </a:p>
          <a:p>
            <a:endParaRPr lang="it-IT" sz="14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latin typeface="Gill Sans MT"/>
              <a:ea typeface="DengXia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503536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 err="1">
                <a:solidFill>
                  <a:srgbClr val="B4A078"/>
                </a:solidFill>
                <a:latin typeface="Gill Sans MT"/>
              </a:rPr>
              <a:t>FLusso</a:t>
            </a:r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 </a:t>
            </a:r>
            <a:r>
              <a:rPr lang="en-US" altLang="zh-CN" sz="2800" b="1" cap="all" err="1">
                <a:solidFill>
                  <a:srgbClr val="B4A078"/>
                </a:solidFill>
                <a:latin typeface="Gill Sans MT"/>
              </a:rPr>
              <a:t>dell'applicazione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EC1A38-57CC-EBE5-4EBE-7A7D32AE0B2B}"/>
              </a:ext>
            </a:extLst>
          </p:cNvPr>
          <p:cNvSpPr txBox="1"/>
          <p:nvPr/>
        </p:nvSpPr>
        <p:spPr>
          <a:xfrm>
            <a:off x="1140178" y="1977438"/>
            <a:ext cx="10118607" cy="32316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err="1">
                <a:latin typeface="Times New Roman"/>
                <a:ea typeface="+mn-lt"/>
                <a:cs typeface="Times New Roman"/>
              </a:rPr>
              <a:t>Pagina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ACCESSO (Login):</a:t>
            </a:r>
            <a:endParaRPr lang="en-US" sz="14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400">
                <a:latin typeface="Times New Roman"/>
                <a:ea typeface="+mn-lt"/>
                <a:cs typeface="Times New Roman"/>
              </a:rPr>
              <a:t>Form di accesso per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gli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utenti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registrati</a:t>
            </a:r>
            <a:r>
              <a:rPr lang="en-US" sz="1400">
                <a:latin typeface="Times New Roman"/>
                <a:ea typeface="+mn-lt"/>
                <a:cs typeface="Times New Roman"/>
              </a:rPr>
              <a:t>.</a:t>
            </a:r>
            <a:endParaRPr lang="en-US" sz="1400">
              <a:latin typeface="Times New Roman"/>
              <a:cs typeface="Times New Roman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400">
                <a:latin typeface="Times New Roman"/>
                <a:ea typeface="+mn-lt"/>
                <a:cs typeface="Times New Roman"/>
              </a:rPr>
              <a:t>Campi per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l'inserimento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del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nome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utente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e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della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password.</a:t>
            </a:r>
            <a:endParaRPr lang="en-US" sz="1400">
              <a:latin typeface="Times New Roman"/>
              <a:cs typeface="Times New Roman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400" err="1">
                <a:latin typeface="Times New Roman"/>
                <a:ea typeface="+mn-lt"/>
                <a:cs typeface="Times New Roman"/>
              </a:rPr>
              <a:t>Pulsante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per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l'invio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del modulo di accesso.</a:t>
            </a:r>
            <a:endParaRPr lang="en-US" sz="1400">
              <a:latin typeface="Times New Roman"/>
              <a:cs typeface="Times New Roman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400">
                <a:latin typeface="Times New Roman"/>
                <a:ea typeface="+mn-lt"/>
                <a:cs typeface="Times New Roman"/>
              </a:rPr>
              <a:t>Se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l'accesso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è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riuscito</a:t>
            </a:r>
            <a:r>
              <a:rPr lang="en-US" sz="1400">
                <a:latin typeface="Times New Roman"/>
                <a:ea typeface="+mn-lt"/>
                <a:cs typeface="Times New Roman"/>
              </a:rPr>
              <a:t>,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reindirizza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l'utente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alla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Pagina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HOME.</a:t>
            </a:r>
            <a:endParaRPr lang="en-US" sz="1400">
              <a:latin typeface="Times New Roman"/>
              <a:cs typeface="Times New Roman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400" err="1">
                <a:latin typeface="Times New Roman"/>
                <a:ea typeface="+mn-lt"/>
                <a:cs typeface="Times New Roman"/>
              </a:rPr>
              <a:t>Opzione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per il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recupero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della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password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nel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caso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in cui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l'utente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abbia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dimenticato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le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informazioni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di accesso.</a:t>
            </a:r>
            <a:endParaRPr lang="en-US" sz="1400">
              <a:latin typeface="Times New Roman"/>
              <a:cs typeface="Times New Roman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400" err="1">
                <a:latin typeface="Times New Roman"/>
                <a:ea typeface="+mn-lt"/>
                <a:cs typeface="Times New Roman"/>
              </a:rPr>
              <a:t>Opzione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per la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registrazione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di un nuovo account 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utente</a:t>
            </a:r>
            <a:r>
              <a:rPr lang="en-US" sz="1400">
                <a:latin typeface="Times New Roman"/>
                <a:ea typeface="+mn-lt"/>
                <a:cs typeface="Times New Roman"/>
              </a:rPr>
              <a:t>.</a:t>
            </a:r>
            <a:endParaRPr lang="en-US"/>
          </a:p>
          <a:p>
            <a:pPr>
              <a:buFont typeface="Arial"/>
              <a:buChar char="•"/>
            </a:pPr>
            <a:endParaRPr lang="en-US" sz="1400">
              <a:latin typeface="Times New Roman"/>
              <a:ea typeface="DengXian"/>
              <a:cs typeface="Times New Roman"/>
            </a:endParaRPr>
          </a:p>
          <a:p>
            <a:r>
              <a:rPr lang="en-US" sz="1400" err="1">
                <a:solidFill>
                  <a:srgbClr val="000000"/>
                </a:solidFill>
                <a:latin typeface="Times New Roman"/>
                <a:ea typeface="DengXian"/>
                <a:cs typeface="Times New Roman"/>
              </a:rPr>
              <a:t>Pagina</a:t>
            </a:r>
            <a:r>
              <a:rPr lang="en-US" sz="1400">
                <a:solidFill>
                  <a:srgbClr val="000000"/>
                </a:solidFill>
                <a:latin typeface="Times New Roman"/>
                <a:ea typeface="DengXian"/>
                <a:cs typeface="Times New Roman"/>
              </a:rPr>
              <a:t> HOME: </a:t>
            </a:r>
          </a:p>
          <a:p>
            <a:pPr marL="285750" indent="-285750">
              <a:buFont typeface="Arial,Sans-Serif"/>
              <a:buChar char="•"/>
            </a:pPr>
            <a:r>
              <a:rPr lang="en-US" sz="1400" err="1">
                <a:solidFill>
                  <a:srgbClr val="000000"/>
                </a:solidFill>
                <a:latin typeface="Times New Roman"/>
                <a:ea typeface="DengXian"/>
                <a:cs typeface="Times New Roman"/>
              </a:rPr>
              <a:t>Mostra</a:t>
            </a:r>
            <a:r>
              <a:rPr lang="en-US" sz="1400">
                <a:solidFill>
                  <a:srgbClr val="000000"/>
                </a:solidFill>
                <a:latin typeface="Times New Roman"/>
                <a:ea typeface="DengXian"/>
                <a:cs typeface="Times New Roman"/>
              </a:rPr>
              <a:t> </a:t>
            </a:r>
            <a:r>
              <a:rPr lang="en-US" sz="1400" err="1">
                <a:solidFill>
                  <a:srgbClr val="000000"/>
                </a:solidFill>
                <a:latin typeface="Times New Roman"/>
                <a:ea typeface="DengXian"/>
                <a:cs typeface="Times New Roman"/>
              </a:rPr>
              <a:t>i</a:t>
            </a:r>
            <a:r>
              <a:rPr lang="en-US" sz="1400">
                <a:solidFill>
                  <a:srgbClr val="000000"/>
                </a:solidFill>
                <a:latin typeface="Times New Roman"/>
                <a:ea typeface="DengXian"/>
                <a:cs typeface="Times New Roman"/>
              </a:rPr>
              <a:t> link per </a:t>
            </a:r>
            <a:r>
              <a:rPr lang="en-US" sz="1400" err="1">
                <a:solidFill>
                  <a:srgbClr val="000000"/>
                </a:solidFill>
                <a:latin typeface="Times New Roman"/>
                <a:ea typeface="DengXian"/>
                <a:cs typeface="Times New Roman"/>
              </a:rPr>
              <a:t>accedere</a:t>
            </a:r>
            <a:r>
              <a:rPr lang="en-US" sz="1400">
                <a:solidFill>
                  <a:srgbClr val="000000"/>
                </a:solidFill>
                <a:latin typeface="Times New Roman"/>
                <a:ea typeface="DengXian"/>
                <a:cs typeface="Times New Roman"/>
              </a:rPr>
              <a:t> alle </a:t>
            </a:r>
            <a:r>
              <a:rPr lang="en-US" sz="1400" err="1">
                <a:solidFill>
                  <a:srgbClr val="000000"/>
                </a:solidFill>
                <a:latin typeface="Times New Roman"/>
                <a:ea typeface="DengXian"/>
                <a:cs typeface="Times New Roman"/>
              </a:rPr>
              <a:t>pagine</a:t>
            </a:r>
            <a:r>
              <a:rPr lang="en-US" sz="1400">
                <a:solidFill>
                  <a:srgbClr val="000000"/>
                </a:solidFill>
                <a:latin typeface="Times New Roman"/>
                <a:ea typeface="DengXian"/>
                <a:cs typeface="Times New Roman"/>
              </a:rPr>
              <a:t> VENDO e ACQUISTO. </a:t>
            </a:r>
          </a:p>
          <a:p>
            <a:pPr marL="285750" indent="-285750">
              <a:buFont typeface="Arial"/>
              <a:buChar char="•"/>
            </a:pPr>
            <a:endParaRPr lang="en-US" sz="1400">
              <a:solidFill>
                <a:srgbClr val="000000"/>
              </a:solidFill>
              <a:latin typeface="Times New Roman"/>
              <a:ea typeface="DengXian"/>
              <a:cs typeface="Times New Roman"/>
            </a:endParaRPr>
          </a:p>
          <a:p>
            <a:pPr>
              <a:buFont typeface="Arial"/>
              <a:buChar char="•"/>
            </a:pPr>
            <a:endParaRPr lang="en-US" sz="1400">
              <a:solidFill>
                <a:srgbClr val="000000"/>
              </a:solidFill>
              <a:latin typeface="Times New Roman"/>
              <a:ea typeface="DengXian"/>
              <a:cs typeface="Times New Roman"/>
            </a:endParaRPr>
          </a:p>
          <a:p>
            <a:pPr>
              <a:buFont typeface="Arial"/>
              <a:buChar char="•"/>
            </a:pPr>
            <a:endParaRPr lang="en-US">
              <a:solidFill>
                <a:srgbClr val="000000"/>
              </a:solidFill>
              <a:latin typeface="DengXian"/>
              <a:ea typeface="DengXian"/>
            </a:endParaRPr>
          </a:p>
          <a:p>
            <a:pPr>
              <a:buChar char="•"/>
            </a:pPr>
            <a:endParaRPr lang="en-US" altLang="zh-CN">
              <a:solidFill>
                <a:srgbClr val="D1D5DB"/>
              </a:solidFill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2114004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491F8-7BB4-881D-B81C-F3E5E51A3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519" y="1840221"/>
            <a:ext cx="9906000" cy="4024424"/>
          </a:xfrm>
        </p:spPr>
        <p:txBody>
          <a:bodyPr lIns="109728" tIns="109728" rIns="109728" bIns="91440" anchor="t"/>
          <a:lstStyle/>
          <a:p>
            <a:endParaRPr lang="en-US" sz="1400">
              <a:solidFill>
                <a:srgbClr val="333333"/>
              </a:solidFill>
              <a:latin typeface="Times New Roman"/>
              <a:ea typeface="DengXian"/>
              <a:cs typeface="Calibri"/>
            </a:endParaRPr>
          </a:p>
          <a:p>
            <a:endParaRPr lang="it-IT" sz="14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latin typeface="Gill Sans MT"/>
              <a:ea typeface="DengXia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503536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 err="1">
                <a:solidFill>
                  <a:srgbClr val="B4A078"/>
                </a:solidFill>
                <a:latin typeface="Gill Sans MT"/>
              </a:rPr>
              <a:t>FLusso</a:t>
            </a:r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 </a:t>
            </a:r>
            <a:r>
              <a:rPr lang="en-US" altLang="zh-CN" sz="2800" b="1" cap="all" err="1">
                <a:solidFill>
                  <a:srgbClr val="B4A078"/>
                </a:solidFill>
                <a:latin typeface="Gill Sans MT"/>
              </a:rPr>
              <a:t>dell'applicazione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EC1A38-57CC-EBE5-4EBE-7A7D32AE0B2B}"/>
              </a:ext>
            </a:extLst>
          </p:cNvPr>
          <p:cNvSpPr txBox="1"/>
          <p:nvPr/>
        </p:nvSpPr>
        <p:spPr>
          <a:xfrm>
            <a:off x="1140178" y="1977438"/>
            <a:ext cx="10118607" cy="36625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err="1">
                <a:latin typeface="Times New Roman"/>
                <a:ea typeface="+mn-lt"/>
                <a:cs typeface="+mn-lt"/>
              </a:rPr>
              <a:t>Pagina</a:t>
            </a:r>
            <a:r>
              <a:rPr lang="en-US" sz="1400">
                <a:latin typeface="Times New Roman"/>
                <a:ea typeface="+mn-lt"/>
                <a:cs typeface="+mn-lt"/>
              </a:rPr>
              <a:t> VENDO: </a:t>
            </a:r>
            <a:endParaRPr lang="en-US" sz="14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Times New Roman"/>
                <a:ea typeface="+mn-lt"/>
                <a:cs typeface="+mn-lt"/>
              </a:rPr>
              <a:t>Carica la </a:t>
            </a:r>
            <a:r>
              <a:rPr lang="en-US" sz="1400" err="1">
                <a:latin typeface="Times New Roman"/>
                <a:ea typeface="+mn-lt"/>
                <a:cs typeface="+mn-lt"/>
              </a:rPr>
              <a:t>lista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aste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aperte</a:t>
            </a:r>
            <a:r>
              <a:rPr lang="en-US" sz="1400">
                <a:latin typeface="Times New Roman"/>
                <a:ea typeface="+mn-lt"/>
                <a:cs typeface="+mn-lt"/>
              </a:rPr>
              <a:t> create </a:t>
            </a:r>
            <a:r>
              <a:rPr lang="en-US" sz="1400" err="1">
                <a:latin typeface="Times New Roman"/>
                <a:ea typeface="+mn-lt"/>
                <a:cs typeface="+mn-lt"/>
              </a:rPr>
              <a:t>dall'utente</a:t>
            </a:r>
            <a:r>
              <a:rPr lang="en-US" sz="1400">
                <a:latin typeface="Times New Roman"/>
                <a:ea typeface="+mn-lt"/>
                <a:cs typeface="+mn-lt"/>
              </a:rPr>
              <a:t>. </a:t>
            </a:r>
            <a:endParaRPr lang="en-US" sz="14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Times New Roman"/>
                <a:ea typeface="+mn-lt"/>
                <a:cs typeface="+mn-lt"/>
              </a:rPr>
              <a:t>Carica la </a:t>
            </a:r>
            <a:r>
              <a:rPr lang="en-US" sz="1400" err="1">
                <a:latin typeface="Times New Roman"/>
                <a:ea typeface="+mn-lt"/>
                <a:cs typeface="+mn-lt"/>
              </a:rPr>
              <a:t>lista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aste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chiuse</a:t>
            </a:r>
            <a:r>
              <a:rPr lang="en-US" sz="1400">
                <a:latin typeface="Times New Roman"/>
                <a:ea typeface="+mn-lt"/>
                <a:cs typeface="+mn-lt"/>
              </a:rPr>
              <a:t> create </a:t>
            </a:r>
            <a:r>
              <a:rPr lang="en-US" sz="1400" err="1">
                <a:latin typeface="Times New Roman"/>
                <a:ea typeface="+mn-lt"/>
                <a:cs typeface="+mn-lt"/>
              </a:rPr>
              <a:t>dall'utente</a:t>
            </a:r>
            <a:r>
              <a:rPr lang="en-US" sz="1400">
                <a:latin typeface="Times New Roman"/>
                <a:ea typeface="+mn-lt"/>
                <a:cs typeface="+mn-lt"/>
              </a:rPr>
              <a:t>. </a:t>
            </a:r>
            <a:endParaRPr lang="en-US" sz="14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400" err="1">
                <a:latin typeface="Times New Roman"/>
                <a:ea typeface="+mn-lt"/>
                <a:cs typeface="+mn-lt"/>
              </a:rPr>
              <a:t>Fornisce</a:t>
            </a:r>
            <a:r>
              <a:rPr lang="en-US" sz="1400">
                <a:latin typeface="Times New Roman"/>
                <a:ea typeface="+mn-lt"/>
                <a:cs typeface="+mn-lt"/>
              </a:rPr>
              <a:t> form per </a:t>
            </a:r>
            <a:r>
              <a:rPr lang="en-US" sz="1400" err="1">
                <a:latin typeface="Times New Roman"/>
                <a:ea typeface="+mn-lt"/>
                <a:cs typeface="+mn-lt"/>
              </a:rPr>
              <a:t>creare</a:t>
            </a:r>
            <a:r>
              <a:rPr lang="en-US" sz="1400">
                <a:latin typeface="Times New Roman"/>
                <a:ea typeface="+mn-lt"/>
                <a:cs typeface="+mn-lt"/>
              </a:rPr>
              <a:t> un nuovo </a:t>
            </a:r>
            <a:r>
              <a:rPr lang="en-US" sz="1400" err="1">
                <a:latin typeface="Times New Roman"/>
                <a:ea typeface="+mn-lt"/>
                <a:cs typeface="+mn-lt"/>
              </a:rPr>
              <a:t>articolo</a:t>
            </a:r>
            <a:r>
              <a:rPr lang="en-US" sz="1400">
                <a:latin typeface="Times New Roman"/>
                <a:ea typeface="+mn-lt"/>
                <a:cs typeface="+mn-lt"/>
              </a:rPr>
              <a:t> e </a:t>
            </a:r>
            <a:r>
              <a:rPr lang="en-US" sz="1400" err="1">
                <a:latin typeface="Times New Roman"/>
                <a:ea typeface="+mn-lt"/>
                <a:cs typeface="+mn-lt"/>
              </a:rPr>
              <a:t>una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nuova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asta</a:t>
            </a:r>
            <a:r>
              <a:rPr lang="en-US" sz="1400">
                <a:latin typeface="Times New Roman"/>
                <a:ea typeface="+mn-lt"/>
                <a:cs typeface="+mn-lt"/>
              </a:rPr>
              <a:t>. </a:t>
            </a:r>
            <a:endParaRPr lang="en-US" sz="14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Times New Roman"/>
                <a:ea typeface="+mn-lt"/>
                <a:cs typeface="+mn-lt"/>
              </a:rPr>
              <a:t>Per </a:t>
            </a:r>
            <a:r>
              <a:rPr lang="en-US" sz="1400" err="1">
                <a:latin typeface="Times New Roman"/>
                <a:ea typeface="+mn-lt"/>
                <a:cs typeface="+mn-lt"/>
              </a:rPr>
              <a:t>ogni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asta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aperta</a:t>
            </a:r>
            <a:r>
              <a:rPr lang="en-US" sz="1400">
                <a:latin typeface="Times New Roman"/>
                <a:ea typeface="+mn-lt"/>
                <a:cs typeface="+mn-lt"/>
              </a:rPr>
              <a:t>, </a:t>
            </a:r>
            <a:r>
              <a:rPr lang="en-US" sz="1400" err="1">
                <a:latin typeface="Times New Roman"/>
                <a:ea typeface="+mn-lt"/>
                <a:cs typeface="+mn-lt"/>
              </a:rPr>
              <a:t>mostra</a:t>
            </a:r>
            <a:r>
              <a:rPr lang="en-US" sz="1400">
                <a:latin typeface="Times New Roman"/>
                <a:ea typeface="+mn-lt"/>
                <a:cs typeface="+mn-lt"/>
              </a:rPr>
              <a:t> il </a:t>
            </a:r>
            <a:r>
              <a:rPr lang="en-US" sz="1400" err="1">
                <a:latin typeface="Times New Roman"/>
                <a:ea typeface="+mn-lt"/>
                <a:cs typeface="+mn-lt"/>
              </a:rPr>
              <a:t>codice</a:t>
            </a:r>
            <a:r>
              <a:rPr lang="en-US" sz="1400">
                <a:latin typeface="Times New Roman"/>
                <a:ea typeface="+mn-lt"/>
                <a:cs typeface="+mn-lt"/>
              </a:rPr>
              <a:t> e il </a:t>
            </a:r>
            <a:r>
              <a:rPr lang="en-US" sz="1400" err="1">
                <a:latin typeface="Times New Roman"/>
                <a:ea typeface="+mn-lt"/>
                <a:cs typeface="+mn-lt"/>
              </a:rPr>
              <a:t>nome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degli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articoli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inclusi</a:t>
            </a:r>
            <a:r>
              <a:rPr lang="en-US" sz="1400">
                <a:latin typeface="Times New Roman"/>
                <a:ea typeface="+mn-lt"/>
                <a:cs typeface="+mn-lt"/>
              </a:rPr>
              <a:t>, </a:t>
            </a:r>
            <a:r>
              <a:rPr lang="en-US" sz="1400" err="1">
                <a:latin typeface="Times New Roman"/>
                <a:ea typeface="+mn-lt"/>
                <a:cs typeface="+mn-lt"/>
              </a:rPr>
              <a:t>l'offerta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massima</a:t>
            </a:r>
            <a:r>
              <a:rPr lang="en-US" sz="1400">
                <a:latin typeface="Times New Roman"/>
                <a:ea typeface="+mn-lt"/>
                <a:cs typeface="+mn-lt"/>
              </a:rPr>
              <a:t> e il tempo </a:t>
            </a:r>
            <a:r>
              <a:rPr lang="en-US" sz="1400" err="1">
                <a:latin typeface="Times New Roman"/>
                <a:ea typeface="+mn-lt"/>
                <a:cs typeface="+mn-lt"/>
              </a:rPr>
              <a:t>mancante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alla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scadenza</a:t>
            </a:r>
            <a:r>
              <a:rPr lang="en-US" sz="1400">
                <a:latin typeface="Times New Roman"/>
                <a:ea typeface="+mn-lt"/>
                <a:cs typeface="+mn-lt"/>
              </a:rPr>
              <a:t>. </a:t>
            </a:r>
            <a:endParaRPr lang="en-US" sz="14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400" err="1">
                <a:latin typeface="Times New Roman"/>
                <a:ea typeface="+mn-lt"/>
                <a:cs typeface="+mn-lt"/>
              </a:rPr>
              <a:t>Cliccando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su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un'asta</a:t>
            </a:r>
            <a:r>
              <a:rPr lang="en-US" sz="1400">
                <a:latin typeface="Times New Roman"/>
                <a:ea typeface="+mn-lt"/>
                <a:cs typeface="+mn-lt"/>
              </a:rPr>
              <a:t>, </a:t>
            </a:r>
            <a:r>
              <a:rPr lang="en-US" sz="1400" err="1">
                <a:latin typeface="Times New Roman"/>
                <a:ea typeface="+mn-lt"/>
                <a:cs typeface="+mn-lt"/>
              </a:rPr>
              <a:t>reindirizza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alla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pagina</a:t>
            </a:r>
            <a:r>
              <a:rPr lang="en-US" sz="1400">
                <a:latin typeface="Times New Roman"/>
                <a:ea typeface="+mn-lt"/>
                <a:cs typeface="+mn-lt"/>
              </a:rPr>
              <a:t> DETTAGLIO ASTA </a:t>
            </a:r>
            <a:r>
              <a:rPr lang="en-US" sz="1400" err="1">
                <a:latin typeface="Times New Roman"/>
                <a:ea typeface="+mn-lt"/>
                <a:cs typeface="+mn-lt"/>
              </a:rPr>
              <a:t>corrispondente</a:t>
            </a:r>
            <a:r>
              <a:rPr lang="en-US" sz="1400">
                <a:latin typeface="Times New Roman"/>
                <a:ea typeface="+mn-lt"/>
                <a:cs typeface="+mn-lt"/>
              </a:rPr>
              <a:t>. </a:t>
            </a:r>
            <a:endParaRPr lang="en-US" sz="14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endParaRPr lang="en-US" sz="1400">
              <a:latin typeface="Times New Roman"/>
              <a:ea typeface="+mn-lt"/>
              <a:cs typeface="+mn-lt"/>
            </a:endParaRPr>
          </a:p>
          <a:p>
            <a:r>
              <a:rPr lang="en-US" sz="1400" err="1">
                <a:latin typeface="Times New Roman"/>
                <a:ea typeface="+mn-lt"/>
                <a:cs typeface="+mn-lt"/>
              </a:rPr>
              <a:t>Pagina</a:t>
            </a:r>
            <a:r>
              <a:rPr lang="en-US" sz="1400">
                <a:latin typeface="Times New Roman"/>
                <a:ea typeface="+mn-lt"/>
                <a:cs typeface="+mn-lt"/>
              </a:rPr>
              <a:t> DETTAGLIO ASTA:</a:t>
            </a:r>
            <a:endParaRPr lang="en-US" sz="1400">
              <a:latin typeface="Times New Roman"/>
              <a:ea typeface="DengXi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400" err="1">
                <a:latin typeface="Times New Roman"/>
                <a:ea typeface="+mn-lt"/>
                <a:cs typeface="+mn-lt"/>
              </a:rPr>
              <a:t>Mostra</a:t>
            </a:r>
            <a:r>
              <a:rPr lang="en-US" sz="1400">
                <a:latin typeface="Times New Roman"/>
                <a:ea typeface="+mn-lt"/>
                <a:cs typeface="+mn-lt"/>
              </a:rPr>
              <a:t> tutti </a:t>
            </a:r>
            <a:r>
              <a:rPr lang="en-US" sz="1400" err="1">
                <a:latin typeface="Times New Roman"/>
                <a:ea typeface="+mn-lt"/>
                <a:cs typeface="+mn-lt"/>
              </a:rPr>
              <a:t>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dettagli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dell'asta</a:t>
            </a:r>
            <a:r>
              <a:rPr lang="en-US" sz="1400">
                <a:latin typeface="Times New Roman"/>
                <a:ea typeface="+mn-lt"/>
                <a:cs typeface="+mn-lt"/>
              </a:rPr>
              <a:t> (</a:t>
            </a:r>
            <a:r>
              <a:rPr lang="en-US" sz="1400" err="1">
                <a:latin typeface="Times New Roman"/>
                <a:ea typeface="+mn-lt"/>
                <a:cs typeface="+mn-lt"/>
              </a:rPr>
              <a:t>prezzo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iniziale</a:t>
            </a:r>
            <a:r>
              <a:rPr lang="en-US" sz="1400">
                <a:latin typeface="Times New Roman"/>
                <a:ea typeface="+mn-lt"/>
                <a:cs typeface="+mn-lt"/>
              </a:rPr>
              <a:t>, </a:t>
            </a:r>
            <a:r>
              <a:rPr lang="en-US" sz="1400" err="1">
                <a:latin typeface="Times New Roman"/>
                <a:ea typeface="+mn-lt"/>
                <a:cs typeface="+mn-lt"/>
              </a:rPr>
              <a:t>rialzo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minimo</a:t>
            </a:r>
            <a:r>
              <a:rPr lang="en-US" sz="1400">
                <a:latin typeface="Times New Roman"/>
                <a:ea typeface="+mn-lt"/>
                <a:cs typeface="+mn-lt"/>
              </a:rPr>
              <a:t>, </a:t>
            </a:r>
            <a:r>
              <a:rPr lang="en-US" sz="1400" err="1">
                <a:latin typeface="Times New Roman"/>
                <a:ea typeface="+mn-lt"/>
                <a:cs typeface="+mn-lt"/>
              </a:rPr>
              <a:t>scadenza</a:t>
            </a:r>
            <a:r>
              <a:rPr lang="en-US" sz="1400">
                <a:latin typeface="Times New Roman"/>
                <a:ea typeface="+mn-lt"/>
                <a:cs typeface="+mn-lt"/>
              </a:rPr>
              <a:t>, etc.).</a:t>
            </a:r>
            <a:endParaRPr lang="en-US" sz="14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400" err="1">
                <a:latin typeface="Times New Roman"/>
                <a:ea typeface="+mn-lt"/>
                <a:cs typeface="+mn-lt"/>
              </a:rPr>
              <a:t>Mostra</a:t>
            </a:r>
            <a:r>
              <a:rPr lang="en-US" sz="1400">
                <a:latin typeface="Times New Roman"/>
                <a:ea typeface="+mn-lt"/>
                <a:cs typeface="+mn-lt"/>
              </a:rPr>
              <a:t> la </a:t>
            </a:r>
            <a:r>
              <a:rPr lang="en-US" sz="1400" err="1">
                <a:latin typeface="Times New Roman"/>
                <a:ea typeface="+mn-lt"/>
                <a:cs typeface="+mn-lt"/>
              </a:rPr>
              <a:t>lista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offerte</a:t>
            </a:r>
            <a:r>
              <a:rPr lang="en-US" sz="1400">
                <a:latin typeface="Times New Roman"/>
                <a:ea typeface="+mn-lt"/>
                <a:cs typeface="+mn-lt"/>
              </a:rPr>
              <a:t> ordinate per data e </a:t>
            </a:r>
            <a:r>
              <a:rPr lang="en-US" sz="1400" err="1">
                <a:latin typeface="Times New Roman"/>
                <a:ea typeface="+mn-lt"/>
                <a:cs typeface="+mn-lt"/>
              </a:rPr>
              <a:t>ora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decrescente</a:t>
            </a:r>
            <a:r>
              <a:rPr lang="en-US" sz="1400">
                <a:latin typeface="Times New Roman"/>
                <a:ea typeface="+mn-lt"/>
                <a:cs typeface="+mn-lt"/>
              </a:rPr>
              <a:t>.</a:t>
            </a:r>
            <a:endParaRPr lang="en-US" sz="14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Times New Roman"/>
                <a:ea typeface="+mn-lt"/>
                <a:cs typeface="+mn-lt"/>
              </a:rPr>
              <a:t>Se </a:t>
            </a:r>
            <a:r>
              <a:rPr lang="en-US" sz="1400" err="1">
                <a:latin typeface="Times New Roman"/>
                <a:ea typeface="+mn-lt"/>
                <a:cs typeface="+mn-lt"/>
              </a:rPr>
              <a:t>l'asta</a:t>
            </a:r>
            <a:r>
              <a:rPr lang="en-US" sz="1400">
                <a:latin typeface="Times New Roman"/>
                <a:ea typeface="+mn-lt"/>
                <a:cs typeface="+mn-lt"/>
              </a:rPr>
              <a:t> è </a:t>
            </a:r>
            <a:r>
              <a:rPr lang="en-US" sz="1400" err="1">
                <a:latin typeface="Times New Roman"/>
                <a:ea typeface="+mn-lt"/>
                <a:cs typeface="+mn-lt"/>
              </a:rPr>
              <a:t>ancora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aperta</a:t>
            </a:r>
            <a:r>
              <a:rPr lang="en-US" sz="1400">
                <a:latin typeface="Times New Roman"/>
                <a:ea typeface="+mn-lt"/>
                <a:cs typeface="+mn-lt"/>
              </a:rPr>
              <a:t>, </a:t>
            </a:r>
            <a:r>
              <a:rPr lang="en-US" sz="1400" err="1">
                <a:latin typeface="Times New Roman"/>
                <a:ea typeface="+mn-lt"/>
                <a:cs typeface="+mn-lt"/>
              </a:rPr>
              <a:t>mostra</a:t>
            </a:r>
            <a:r>
              <a:rPr lang="en-US" sz="1400">
                <a:latin typeface="Times New Roman"/>
                <a:ea typeface="+mn-lt"/>
                <a:cs typeface="+mn-lt"/>
              </a:rPr>
              <a:t> il </a:t>
            </a:r>
            <a:r>
              <a:rPr lang="en-US" sz="1400" err="1">
                <a:latin typeface="Times New Roman"/>
                <a:ea typeface="+mn-lt"/>
                <a:cs typeface="+mn-lt"/>
              </a:rPr>
              <a:t>pulsante</a:t>
            </a:r>
            <a:r>
              <a:rPr lang="en-US" sz="1400">
                <a:latin typeface="Times New Roman"/>
                <a:ea typeface="+mn-lt"/>
                <a:cs typeface="+mn-lt"/>
              </a:rPr>
              <a:t> "CHIUDI" se è </a:t>
            </a:r>
            <a:r>
              <a:rPr lang="en-US" sz="1400" err="1">
                <a:latin typeface="Times New Roman"/>
                <a:ea typeface="+mn-lt"/>
                <a:cs typeface="+mn-lt"/>
              </a:rPr>
              <a:t>giunta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l'ora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scadenza</a:t>
            </a:r>
            <a:r>
              <a:rPr lang="en-US" sz="1400">
                <a:latin typeface="Times New Roman"/>
                <a:ea typeface="+mn-lt"/>
                <a:cs typeface="+mn-lt"/>
              </a:rPr>
              <a:t>.</a:t>
            </a:r>
            <a:endParaRPr lang="en-US" sz="14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Times New Roman"/>
                <a:ea typeface="+mn-lt"/>
                <a:cs typeface="+mn-lt"/>
              </a:rPr>
              <a:t>Se </a:t>
            </a:r>
            <a:r>
              <a:rPr lang="en-US" sz="1400" err="1">
                <a:latin typeface="Times New Roman"/>
                <a:ea typeface="+mn-lt"/>
                <a:cs typeface="+mn-lt"/>
              </a:rPr>
              <a:t>l'asta</a:t>
            </a:r>
            <a:r>
              <a:rPr lang="en-US" sz="1400">
                <a:latin typeface="Times New Roman"/>
                <a:ea typeface="+mn-lt"/>
                <a:cs typeface="+mn-lt"/>
              </a:rPr>
              <a:t> è </a:t>
            </a:r>
            <a:r>
              <a:rPr lang="en-US" sz="1400" err="1">
                <a:latin typeface="Times New Roman"/>
                <a:ea typeface="+mn-lt"/>
                <a:cs typeface="+mn-lt"/>
              </a:rPr>
              <a:t>chiusa</a:t>
            </a:r>
            <a:r>
              <a:rPr lang="en-US" sz="1400">
                <a:latin typeface="Times New Roman"/>
                <a:ea typeface="+mn-lt"/>
                <a:cs typeface="+mn-lt"/>
              </a:rPr>
              <a:t>, </a:t>
            </a:r>
            <a:r>
              <a:rPr lang="en-US" sz="1400" err="1">
                <a:latin typeface="Times New Roman"/>
                <a:ea typeface="+mn-lt"/>
                <a:cs typeface="+mn-lt"/>
              </a:rPr>
              <a:t>mostra</a:t>
            </a:r>
            <a:r>
              <a:rPr lang="en-US" sz="1400">
                <a:latin typeface="Times New Roman"/>
                <a:ea typeface="+mn-lt"/>
                <a:cs typeface="+mn-lt"/>
              </a:rPr>
              <a:t> tutti </a:t>
            </a:r>
            <a:r>
              <a:rPr lang="en-US" sz="1400" err="1">
                <a:latin typeface="Times New Roman"/>
                <a:ea typeface="+mn-lt"/>
                <a:cs typeface="+mn-lt"/>
              </a:rPr>
              <a:t>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dati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dell'asta</a:t>
            </a:r>
            <a:r>
              <a:rPr lang="en-US" sz="1400">
                <a:latin typeface="Times New Roman"/>
                <a:ea typeface="+mn-lt"/>
                <a:cs typeface="+mn-lt"/>
              </a:rPr>
              <a:t>, </a:t>
            </a:r>
            <a:r>
              <a:rPr lang="en-US" sz="1400" err="1">
                <a:latin typeface="Times New Roman"/>
                <a:ea typeface="+mn-lt"/>
                <a:cs typeface="+mn-lt"/>
              </a:rPr>
              <a:t>l'aggiudicatario</a:t>
            </a:r>
            <a:r>
              <a:rPr lang="en-US" sz="1400">
                <a:latin typeface="Times New Roman"/>
                <a:ea typeface="+mn-lt"/>
                <a:cs typeface="+mn-lt"/>
              </a:rPr>
              <a:t>, il </a:t>
            </a:r>
            <a:r>
              <a:rPr lang="en-US" sz="1400" err="1">
                <a:latin typeface="Times New Roman"/>
                <a:ea typeface="+mn-lt"/>
                <a:cs typeface="+mn-lt"/>
              </a:rPr>
              <a:t>prezzo</a:t>
            </a:r>
            <a:r>
              <a:rPr lang="en-US" sz="1400">
                <a:latin typeface="Times New Roman"/>
                <a:ea typeface="+mn-lt"/>
                <a:cs typeface="+mn-lt"/>
              </a:rPr>
              <a:t> finale e </a:t>
            </a:r>
            <a:r>
              <a:rPr lang="en-US" sz="1400" err="1">
                <a:latin typeface="Times New Roman"/>
                <a:ea typeface="+mn-lt"/>
                <a:cs typeface="+mn-lt"/>
              </a:rPr>
              <a:t>l'indirizzo</a:t>
            </a:r>
            <a:r>
              <a:rPr lang="en-US" sz="1400">
                <a:latin typeface="Times New Roman"/>
                <a:ea typeface="+mn-lt"/>
                <a:cs typeface="+mn-lt"/>
              </a:rPr>
              <a:t> di </a:t>
            </a:r>
            <a:r>
              <a:rPr lang="en-US" sz="1400" err="1">
                <a:latin typeface="Times New Roman"/>
                <a:ea typeface="+mn-lt"/>
                <a:cs typeface="+mn-lt"/>
              </a:rPr>
              <a:t>spedizione</a:t>
            </a:r>
            <a:r>
              <a:rPr lang="en-US" sz="1400">
                <a:latin typeface="Times New Roman"/>
                <a:ea typeface="+mn-lt"/>
                <a:cs typeface="+mn-lt"/>
              </a:rPr>
              <a:t>.</a:t>
            </a:r>
            <a:endParaRPr lang="en-US" sz="14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400" err="1">
                <a:latin typeface="Times New Roman"/>
                <a:ea typeface="+mn-lt"/>
                <a:cs typeface="+mn-lt"/>
              </a:rPr>
              <a:t>Gestisce</a:t>
            </a:r>
            <a:r>
              <a:rPr lang="en-US" sz="1400">
                <a:latin typeface="Times New Roman"/>
                <a:ea typeface="+mn-lt"/>
                <a:cs typeface="+mn-lt"/>
              </a:rPr>
              <a:t> la </a:t>
            </a:r>
            <a:r>
              <a:rPr lang="en-US" sz="1400" err="1">
                <a:latin typeface="Times New Roman"/>
                <a:ea typeface="+mn-lt"/>
                <a:cs typeface="+mn-lt"/>
              </a:rPr>
              <a:t>chiusura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dell'asta</a:t>
            </a:r>
            <a:r>
              <a:rPr lang="en-US" sz="1400">
                <a:latin typeface="Times New Roman"/>
                <a:ea typeface="+mn-lt"/>
                <a:cs typeface="+mn-lt"/>
              </a:rPr>
              <a:t> se </a:t>
            </a:r>
            <a:r>
              <a:rPr lang="en-US" sz="1400" err="1">
                <a:latin typeface="Times New Roman"/>
                <a:ea typeface="+mn-lt"/>
                <a:cs typeface="+mn-lt"/>
              </a:rPr>
              <a:t>l'utente</a:t>
            </a:r>
            <a:r>
              <a:rPr lang="en-US" sz="1400">
                <a:latin typeface="Times New Roman"/>
                <a:ea typeface="+mn-lt"/>
                <a:cs typeface="+mn-lt"/>
              </a:rPr>
              <a:t> fa </a:t>
            </a:r>
            <a:r>
              <a:rPr lang="en-US" sz="1400" err="1">
                <a:latin typeface="Times New Roman"/>
                <a:ea typeface="+mn-lt"/>
                <a:cs typeface="+mn-lt"/>
              </a:rPr>
              <a:t>clic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sul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pulsante</a:t>
            </a:r>
            <a:r>
              <a:rPr lang="en-US" sz="1400">
                <a:latin typeface="Times New Roman"/>
                <a:ea typeface="+mn-lt"/>
                <a:cs typeface="+mn-lt"/>
              </a:rPr>
              <a:t> "CHIUDI".</a:t>
            </a:r>
            <a:endParaRPr lang="en-US" sz="14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endParaRPr lang="en-US" sz="1400">
              <a:latin typeface="Times New Roman"/>
              <a:ea typeface="DengXian"/>
              <a:cs typeface="Times New Roman"/>
            </a:endParaRPr>
          </a:p>
          <a:p>
            <a:pPr>
              <a:buFont typeface="Arial"/>
              <a:buChar char="•"/>
            </a:pPr>
            <a:endParaRPr lang="en-US">
              <a:solidFill>
                <a:srgbClr val="000000"/>
              </a:solidFill>
              <a:latin typeface="DengXian"/>
              <a:ea typeface="DengXian"/>
            </a:endParaRPr>
          </a:p>
          <a:p>
            <a:pPr>
              <a:buChar char="•"/>
            </a:pPr>
            <a:endParaRPr lang="en-US" altLang="zh-CN">
              <a:solidFill>
                <a:srgbClr val="D1D5DB"/>
              </a:solidFill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4231865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491F8-7BB4-881D-B81C-F3E5E51A3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519" y="1840221"/>
            <a:ext cx="9906000" cy="4024424"/>
          </a:xfrm>
        </p:spPr>
        <p:txBody>
          <a:bodyPr lIns="109728" tIns="109728" rIns="109728" bIns="91440" anchor="t"/>
          <a:lstStyle/>
          <a:p>
            <a:endParaRPr lang="en-US" sz="1400">
              <a:solidFill>
                <a:srgbClr val="333333"/>
              </a:solidFill>
              <a:latin typeface="Times New Roman"/>
              <a:ea typeface="DengXian"/>
              <a:cs typeface="Calibri"/>
            </a:endParaRPr>
          </a:p>
          <a:p>
            <a:endParaRPr lang="it-IT" sz="14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latin typeface="Gill Sans MT"/>
              <a:ea typeface="DengXia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490621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 err="1">
                <a:solidFill>
                  <a:srgbClr val="B4A078"/>
                </a:solidFill>
                <a:latin typeface="Gill Sans MT"/>
              </a:rPr>
              <a:t>FLusso</a:t>
            </a:r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 </a:t>
            </a:r>
            <a:r>
              <a:rPr lang="en-US" altLang="zh-CN" sz="2800" b="1" cap="all" err="1">
                <a:solidFill>
                  <a:srgbClr val="B4A078"/>
                </a:solidFill>
                <a:latin typeface="Gill Sans MT"/>
              </a:rPr>
              <a:t>dell'applicazione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EC1A38-57CC-EBE5-4EBE-7A7D32AE0B2B}"/>
              </a:ext>
            </a:extLst>
          </p:cNvPr>
          <p:cNvSpPr txBox="1"/>
          <p:nvPr/>
        </p:nvSpPr>
        <p:spPr>
          <a:xfrm>
            <a:off x="1140178" y="1977438"/>
            <a:ext cx="10118607" cy="38779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err="1">
                <a:latin typeface="Times New Roman"/>
                <a:ea typeface="+mn-lt"/>
                <a:cs typeface="+mn-lt"/>
              </a:rPr>
              <a:t>Pagina</a:t>
            </a:r>
            <a:r>
              <a:rPr lang="en-US" sz="1400">
                <a:latin typeface="Times New Roman"/>
                <a:ea typeface="+mn-lt"/>
                <a:cs typeface="+mn-lt"/>
              </a:rPr>
              <a:t> ACQUISTO:</a:t>
            </a:r>
            <a:endParaRPr lang="zh-CN" altLang="en-US" sz="1400">
              <a:latin typeface="Times New Roman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 err="1">
                <a:latin typeface="Times New Roman"/>
                <a:ea typeface="+mn-lt"/>
                <a:cs typeface="+mn-lt"/>
              </a:rPr>
              <a:t>Mostra</a:t>
            </a:r>
            <a:r>
              <a:rPr lang="en-US" sz="1400">
                <a:latin typeface="Times New Roman"/>
                <a:ea typeface="+mn-lt"/>
                <a:cs typeface="+mn-lt"/>
              </a:rPr>
              <a:t> la form di </a:t>
            </a:r>
            <a:r>
              <a:rPr lang="en-US" sz="1400" err="1">
                <a:latin typeface="Times New Roman"/>
                <a:ea typeface="+mn-lt"/>
                <a:cs typeface="+mn-lt"/>
              </a:rPr>
              <a:t>ricerca</a:t>
            </a:r>
            <a:r>
              <a:rPr lang="en-US" sz="1400">
                <a:latin typeface="Times New Roman"/>
                <a:ea typeface="+mn-lt"/>
                <a:cs typeface="+mn-lt"/>
              </a:rPr>
              <a:t> per </a:t>
            </a:r>
            <a:r>
              <a:rPr lang="en-US" sz="1400" err="1">
                <a:latin typeface="Times New Roman"/>
                <a:ea typeface="+mn-lt"/>
                <a:cs typeface="+mn-lt"/>
              </a:rPr>
              <a:t>parola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chiave</a:t>
            </a:r>
            <a:r>
              <a:rPr lang="en-US" sz="1400">
                <a:latin typeface="Times New Roman"/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Times New Roman"/>
                <a:ea typeface="+mn-lt"/>
                <a:cs typeface="+mn-lt"/>
              </a:rPr>
              <a:t>Dopo </a:t>
            </a:r>
            <a:r>
              <a:rPr lang="en-US" sz="1400" err="1">
                <a:latin typeface="Times New Roman"/>
                <a:ea typeface="+mn-lt"/>
                <a:cs typeface="+mn-lt"/>
              </a:rPr>
              <a:t>l'invio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parola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chiave</a:t>
            </a:r>
            <a:r>
              <a:rPr lang="en-US" sz="1400">
                <a:latin typeface="Times New Roman"/>
                <a:ea typeface="+mn-lt"/>
                <a:cs typeface="+mn-lt"/>
              </a:rPr>
              <a:t>, </a:t>
            </a:r>
            <a:r>
              <a:rPr lang="en-US" sz="1400" err="1">
                <a:latin typeface="Times New Roman"/>
                <a:ea typeface="+mn-lt"/>
                <a:cs typeface="+mn-lt"/>
              </a:rPr>
              <a:t>carica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l'elenco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aste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aperte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che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corrispondono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alla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ricerca</a:t>
            </a:r>
            <a:r>
              <a:rPr lang="en-US" sz="1400">
                <a:latin typeface="Times New Roman"/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sz="1400" err="1">
                <a:latin typeface="Times New Roman"/>
                <a:ea typeface="+mn-lt"/>
                <a:cs typeface="+mn-lt"/>
              </a:rPr>
              <a:t>Ordina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l'elenco</a:t>
            </a:r>
            <a:r>
              <a:rPr lang="en-US" sz="1400">
                <a:latin typeface="Times New Roman"/>
                <a:ea typeface="+mn-lt"/>
                <a:cs typeface="+mn-lt"/>
              </a:rPr>
              <a:t> in base al tempo </a:t>
            </a:r>
            <a:r>
              <a:rPr lang="en-US" sz="1400" err="1">
                <a:latin typeface="Times New Roman"/>
                <a:ea typeface="+mn-lt"/>
                <a:cs typeface="+mn-lt"/>
              </a:rPr>
              <a:t>mancante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alla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chiusura</a:t>
            </a:r>
            <a:r>
              <a:rPr lang="en-US" sz="1400">
                <a:latin typeface="Times New Roman"/>
                <a:ea typeface="+mn-lt"/>
                <a:cs typeface="+mn-lt"/>
              </a:rPr>
              <a:t> (</a:t>
            </a:r>
            <a:r>
              <a:rPr lang="en-US" sz="1400" err="1">
                <a:latin typeface="Times New Roman"/>
                <a:ea typeface="+mn-lt"/>
                <a:cs typeface="+mn-lt"/>
              </a:rPr>
              <a:t>numero</a:t>
            </a:r>
            <a:r>
              <a:rPr lang="en-US" sz="1400">
                <a:latin typeface="Times New Roman"/>
                <a:ea typeface="+mn-lt"/>
                <a:cs typeface="+mn-lt"/>
              </a:rPr>
              <a:t> di </a:t>
            </a:r>
            <a:r>
              <a:rPr lang="en-US" sz="1400" err="1">
                <a:latin typeface="Times New Roman"/>
                <a:ea typeface="+mn-lt"/>
                <a:cs typeface="+mn-lt"/>
              </a:rPr>
              <a:t>giorni</a:t>
            </a:r>
            <a:r>
              <a:rPr lang="en-US" sz="1400">
                <a:latin typeface="Times New Roman"/>
                <a:ea typeface="+mn-lt"/>
                <a:cs typeface="+mn-lt"/>
              </a:rPr>
              <a:t> e ore).</a:t>
            </a:r>
            <a:endParaRPr lang="en-US" sz="14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400" err="1">
                <a:latin typeface="Times New Roman"/>
                <a:ea typeface="+mn-lt"/>
                <a:cs typeface="+mn-lt"/>
              </a:rPr>
              <a:t>Cliccando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su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un'asta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aperta</a:t>
            </a:r>
            <a:r>
              <a:rPr lang="en-US" sz="1400">
                <a:latin typeface="Times New Roman"/>
                <a:ea typeface="+mn-lt"/>
                <a:cs typeface="+mn-lt"/>
              </a:rPr>
              <a:t>, </a:t>
            </a:r>
            <a:r>
              <a:rPr lang="en-US" sz="1400" err="1">
                <a:latin typeface="Times New Roman"/>
                <a:ea typeface="+mn-lt"/>
                <a:cs typeface="+mn-lt"/>
              </a:rPr>
              <a:t>reindirizza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alla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pagina</a:t>
            </a:r>
            <a:r>
              <a:rPr lang="en-US" sz="1400">
                <a:latin typeface="Times New Roman"/>
                <a:ea typeface="+mn-lt"/>
                <a:cs typeface="+mn-lt"/>
              </a:rPr>
              <a:t> OFFERTA </a:t>
            </a:r>
            <a:r>
              <a:rPr lang="en-US" sz="1400" err="1">
                <a:latin typeface="Times New Roman"/>
                <a:ea typeface="+mn-lt"/>
                <a:cs typeface="+mn-lt"/>
              </a:rPr>
              <a:t>corrispondente</a:t>
            </a:r>
            <a:r>
              <a:rPr lang="en-US" sz="1400">
                <a:latin typeface="Times New Roman"/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endParaRPr lang="en-US" sz="1400">
              <a:latin typeface="Times New Roman"/>
              <a:ea typeface="+mn-lt"/>
              <a:cs typeface="+mn-lt"/>
            </a:endParaRPr>
          </a:p>
          <a:p>
            <a:r>
              <a:rPr lang="en-US" sz="1400" err="1">
                <a:latin typeface="Times New Roman"/>
                <a:ea typeface="+mn-lt"/>
                <a:cs typeface="+mn-lt"/>
              </a:rPr>
              <a:t>Pagina</a:t>
            </a:r>
            <a:r>
              <a:rPr lang="en-US" sz="1400">
                <a:latin typeface="Times New Roman"/>
                <a:ea typeface="+mn-lt"/>
                <a:cs typeface="+mn-lt"/>
              </a:rPr>
              <a:t> OFFERTA:</a:t>
            </a:r>
          </a:p>
          <a:p>
            <a:pPr marL="285750" indent="-285750">
              <a:buFont typeface="Arial"/>
              <a:buChar char="•"/>
            </a:pPr>
            <a:r>
              <a:rPr lang="en-US" sz="1400" err="1">
                <a:latin typeface="Times New Roman"/>
                <a:ea typeface="+mn-lt"/>
                <a:cs typeface="+mn-lt"/>
              </a:rPr>
              <a:t>Mostra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dettagli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dell'asta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selezionata</a:t>
            </a:r>
            <a:r>
              <a:rPr lang="en-US" sz="1400">
                <a:latin typeface="Times New Roman"/>
                <a:ea typeface="+mn-lt"/>
                <a:cs typeface="+mn-lt"/>
              </a:rPr>
              <a:t>, </a:t>
            </a:r>
            <a:r>
              <a:rPr lang="en-US" sz="1400" err="1">
                <a:latin typeface="Times New Roman"/>
                <a:ea typeface="+mn-lt"/>
                <a:cs typeface="+mn-lt"/>
              </a:rPr>
              <a:t>compresi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dati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degli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articoli</a:t>
            </a:r>
            <a:r>
              <a:rPr lang="en-US" sz="1400">
                <a:latin typeface="Times New Roman"/>
                <a:ea typeface="+mn-lt"/>
                <a:cs typeface="+mn-lt"/>
              </a:rPr>
              <a:t>.</a:t>
            </a:r>
            <a:endParaRPr lang="en-US" sz="14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400" err="1">
                <a:latin typeface="Times New Roman"/>
                <a:ea typeface="+mn-lt"/>
                <a:cs typeface="+mn-lt"/>
              </a:rPr>
              <a:t>Mostra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l'elenco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offerte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pervenute</a:t>
            </a:r>
            <a:r>
              <a:rPr lang="en-US" sz="1400">
                <a:latin typeface="Times New Roman"/>
                <a:ea typeface="+mn-lt"/>
                <a:cs typeface="+mn-lt"/>
              </a:rPr>
              <a:t> ordinate per data e </a:t>
            </a:r>
            <a:r>
              <a:rPr lang="en-US" sz="1400" err="1">
                <a:latin typeface="Times New Roman"/>
                <a:ea typeface="+mn-lt"/>
                <a:cs typeface="+mn-lt"/>
              </a:rPr>
              <a:t>ora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decrescente</a:t>
            </a:r>
            <a:r>
              <a:rPr lang="en-US" sz="1400">
                <a:latin typeface="Times New Roman"/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sz="1400" err="1">
                <a:latin typeface="Times New Roman"/>
                <a:ea typeface="+mn-lt"/>
                <a:cs typeface="+mn-lt"/>
              </a:rPr>
              <a:t>Fornisce</a:t>
            </a:r>
            <a:r>
              <a:rPr lang="en-US" sz="1400">
                <a:latin typeface="Times New Roman"/>
                <a:ea typeface="+mn-lt"/>
                <a:cs typeface="+mn-lt"/>
              </a:rPr>
              <a:t> un campo di input per </a:t>
            </a:r>
            <a:r>
              <a:rPr lang="en-US" sz="1400" err="1">
                <a:latin typeface="Times New Roman"/>
                <a:ea typeface="+mn-lt"/>
                <a:cs typeface="+mn-lt"/>
              </a:rPr>
              <a:t>inserire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una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nuova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offerta</a:t>
            </a:r>
            <a:r>
              <a:rPr lang="en-US" sz="1400">
                <a:latin typeface="Times New Roman"/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Times New Roman"/>
                <a:ea typeface="+mn-lt"/>
                <a:cs typeface="+mn-lt"/>
              </a:rPr>
              <a:t>Dopo </a:t>
            </a:r>
            <a:r>
              <a:rPr lang="en-US" sz="1400" err="1">
                <a:latin typeface="Times New Roman"/>
                <a:ea typeface="+mn-lt"/>
                <a:cs typeface="+mn-lt"/>
              </a:rPr>
              <a:t>l'invio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dell'offerta</a:t>
            </a:r>
            <a:r>
              <a:rPr lang="en-US" sz="1400">
                <a:latin typeface="Times New Roman"/>
                <a:ea typeface="+mn-lt"/>
                <a:cs typeface="+mn-lt"/>
              </a:rPr>
              <a:t>, </a:t>
            </a:r>
            <a:r>
              <a:rPr lang="en-US" sz="1400" err="1">
                <a:latin typeface="Times New Roman"/>
                <a:ea typeface="+mn-lt"/>
                <a:cs typeface="+mn-lt"/>
              </a:rPr>
              <a:t>mostra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l'elenco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offerte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aggiornate</a:t>
            </a:r>
            <a:r>
              <a:rPr lang="en-US" sz="1400">
                <a:latin typeface="Times New Roman"/>
                <a:ea typeface="+mn-lt"/>
                <a:cs typeface="+mn-lt"/>
              </a:rPr>
              <a:t>.</a:t>
            </a:r>
            <a:endParaRPr lang="en-US" sz="14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Times New Roman"/>
                <a:ea typeface="+mn-lt"/>
                <a:cs typeface="+mn-lt"/>
              </a:rPr>
              <a:t>La </a:t>
            </a:r>
            <a:r>
              <a:rPr lang="en-US" sz="1400" err="1">
                <a:latin typeface="Times New Roman"/>
                <a:ea typeface="+mn-lt"/>
                <a:cs typeface="+mn-lt"/>
              </a:rPr>
              <a:t>pagina</a:t>
            </a:r>
            <a:r>
              <a:rPr lang="en-US" sz="1400">
                <a:latin typeface="Times New Roman"/>
                <a:ea typeface="+mn-lt"/>
                <a:cs typeface="+mn-lt"/>
              </a:rPr>
              <a:t> ACQUISTO </a:t>
            </a:r>
            <a:r>
              <a:rPr lang="en-US" sz="1400" err="1">
                <a:latin typeface="Times New Roman"/>
                <a:ea typeface="+mn-lt"/>
                <a:cs typeface="+mn-lt"/>
              </a:rPr>
              <a:t>contiene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anche</a:t>
            </a:r>
            <a:r>
              <a:rPr lang="en-US" sz="1400">
                <a:latin typeface="Times New Roman"/>
                <a:ea typeface="+mn-lt"/>
                <a:cs typeface="+mn-lt"/>
              </a:rPr>
              <a:t> un </a:t>
            </a:r>
            <a:r>
              <a:rPr lang="en-US" sz="1400" err="1">
                <a:latin typeface="Times New Roman"/>
                <a:ea typeface="+mn-lt"/>
                <a:cs typeface="+mn-lt"/>
              </a:rPr>
              <a:t>elenco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delle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offerte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aggiudicate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all'utente</a:t>
            </a:r>
            <a:r>
              <a:rPr lang="en-US" sz="1400">
                <a:latin typeface="Times New Roman"/>
                <a:ea typeface="+mn-lt"/>
                <a:cs typeface="+mn-lt"/>
              </a:rPr>
              <a:t> con </a:t>
            </a:r>
            <a:r>
              <a:rPr lang="en-US" sz="1400" err="1">
                <a:latin typeface="Times New Roman"/>
                <a:ea typeface="+mn-lt"/>
                <a:cs typeface="+mn-lt"/>
              </a:rPr>
              <a:t>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dati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degli</a:t>
            </a:r>
            <a:r>
              <a:rPr lang="en-US" sz="1400">
                <a:latin typeface="Times New Roman"/>
                <a:ea typeface="+mn-lt"/>
                <a:cs typeface="+mn-lt"/>
              </a:rPr>
              <a:t> </a:t>
            </a:r>
            <a:r>
              <a:rPr lang="en-US" sz="1400" err="1">
                <a:latin typeface="Times New Roman"/>
                <a:ea typeface="+mn-lt"/>
                <a:cs typeface="+mn-lt"/>
              </a:rPr>
              <a:t>articoli</a:t>
            </a:r>
            <a:r>
              <a:rPr lang="en-US" sz="1400">
                <a:latin typeface="Times New Roman"/>
                <a:ea typeface="+mn-lt"/>
                <a:cs typeface="+mn-lt"/>
              </a:rPr>
              <a:t> e il </a:t>
            </a:r>
            <a:r>
              <a:rPr lang="en-US" sz="1400" err="1">
                <a:latin typeface="Times New Roman"/>
                <a:ea typeface="+mn-lt"/>
                <a:cs typeface="+mn-lt"/>
              </a:rPr>
              <a:t>prezzo</a:t>
            </a:r>
            <a:r>
              <a:rPr lang="en-US" sz="1400">
                <a:latin typeface="Times New Roman"/>
                <a:ea typeface="+mn-lt"/>
                <a:cs typeface="+mn-lt"/>
              </a:rPr>
              <a:t> finale.</a:t>
            </a:r>
          </a:p>
          <a:p>
            <a:endParaRPr lang="en-US" sz="1400">
              <a:latin typeface="Times New Roman"/>
              <a:ea typeface="DengXian"/>
              <a:cs typeface="Times New Roman"/>
            </a:endParaRPr>
          </a:p>
          <a:p>
            <a:endParaRPr lang="en-US" sz="1400">
              <a:latin typeface="Times New Roman"/>
              <a:ea typeface="DengXian"/>
              <a:cs typeface="Times New Roman"/>
            </a:endParaRPr>
          </a:p>
          <a:p>
            <a:pPr>
              <a:buFont typeface="Arial"/>
              <a:buChar char="•"/>
            </a:pPr>
            <a:endParaRPr lang="en-US" sz="1400">
              <a:latin typeface="Times New Roman"/>
              <a:ea typeface="DengXian"/>
              <a:cs typeface="Times New Roman"/>
            </a:endParaRPr>
          </a:p>
          <a:p>
            <a:pPr>
              <a:buFont typeface="Arial"/>
              <a:buChar char="•"/>
            </a:pPr>
            <a:endParaRPr lang="en-US">
              <a:solidFill>
                <a:srgbClr val="000000"/>
              </a:solidFill>
              <a:latin typeface="DengXian"/>
              <a:ea typeface="DengXian"/>
            </a:endParaRPr>
          </a:p>
          <a:p>
            <a:pPr>
              <a:buChar char="•"/>
            </a:pPr>
            <a:endParaRPr lang="en-US" altLang="zh-CN">
              <a:solidFill>
                <a:srgbClr val="D1D5DB"/>
              </a:solidFill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555298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491F8-7BB4-881D-B81C-F3E5E51A3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519" y="1840221"/>
            <a:ext cx="9906000" cy="4024424"/>
          </a:xfrm>
        </p:spPr>
        <p:txBody>
          <a:bodyPr lIns="109728" tIns="109728" rIns="109728" bIns="91440" anchor="t"/>
          <a:lstStyle/>
          <a:p>
            <a:endParaRPr lang="en-US" sz="1400">
              <a:solidFill>
                <a:srgbClr val="333333"/>
              </a:solidFill>
              <a:latin typeface="Times New Roman"/>
              <a:ea typeface="DengXian"/>
              <a:cs typeface="Calibri"/>
            </a:endParaRPr>
          </a:p>
          <a:p>
            <a:endParaRPr lang="it-IT" sz="14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latin typeface="Gill Sans MT"/>
              <a:ea typeface="DengXian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EC1A38-57CC-EBE5-4EBE-7A7D32AE0B2B}"/>
              </a:ext>
            </a:extLst>
          </p:cNvPr>
          <p:cNvSpPr txBox="1"/>
          <p:nvPr/>
        </p:nvSpPr>
        <p:spPr>
          <a:xfrm>
            <a:off x="1140178" y="1977438"/>
            <a:ext cx="10118607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400">
              <a:latin typeface="Times New Roman"/>
              <a:ea typeface="DengXian"/>
              <a:cs typeface="Times New Roman"/>
            </a:endParaRPr>
          </a:p>
          <a:p>
            <a:pPr>
              <a:buFont typeface="Arial"/>
              <a:buChar char="•"/>
            </a:pPr>
            <a:endParaRPr lang="en-US">
              <a:solidFill>
                <a:srgbClr val="000000"/>
              </a:solidFill>
              <a:latin typeface="DengXian"/>
              <a:ea typeface="DengXian"/>
            </a:endParaRPr>
          </a:p>
          <a:p>
            <a:pPr>
              <a:buChar char="•"/>
            </a:pPr>
            <a:endParaRPr lang="en-US" altLang="zh-CN">
              <a:solidFill>
                <a:srgbClr val="D1D5DB"/>
              </a:solidFill>
              <a:latin typeface="Söhne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B0B34D1-9B08-2506-9B22-E12821657A0A}"/>
              </a:ext>
            </a:extLst>
          </p:cNvPr>
          <p:cNvSpPr/>
          <p:nvPr/>
        </p:nvSpPr>
        <p:spPr>
          <a:xfrm>
            <a:off x="-333" y="112"/>
            <a:ext cx="3922557" cy="686131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Application</a:t>
            </a:r>
            <a:endParaRPr lang="zh-CN"/>
          </a:p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design</a:t>
            </a:r>
          </a:p>
        </p:txBody>
      </p:sp>
      <p:pic>
        <p:nvPicPr>
          <p:cNvPr id="4" name="图片 5" descr="图示&#10;&#10;已自动生成说明">
            <a:extLst>
              <a:ext uri="{FF2B5EF4-FFF2-40B4-BE49-F238E27FC236}">
                <a16:creationId xmlns:a16="http://schemas.microsoft.com/office/drawing/2014/main" id="{902426B3-07AB-3443-8AAB-18DA0F199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542" y="-1728"/>
            <a:ext cx="8292352" cy="686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63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E3E2A7F5-5A9A-69DE-BDC7-7B0FC3B2A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08495"/>
            <a:ext cx="2936364" cy="849742"/>
          </a:xfrm>
        </p:spPr>
        <p:txBody>
          <a:bodyPr>
            <a:normAutofit lnSpcReduction="10000"/>
          </a:bodyPr>
          <a:lstStyle/>
          <a:p>
            <a:r>
              <a:rPr lang="zh-CN" altLang="en-US">
                <a:ea typeface="DengXian"/>
              </a:rPr>
              <a:t>Model objects (beans)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491F8-7BB4-881D-B81C-F3E5E51A36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2936364" cy="3684588"/>
          </a:xfrm>
        </p:spPr>
        <p:txBody>
          <a:bodyPr lIns="109728" tIns="109728" rIns="109728" bIns="91440" anchor="t"/>
          <a:lstStyle/>
          <a:p>
            <a:r>
              <a:rPr lang="en-US" sz="180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User</a:t>
            </a:r>
          </a:p>
          <a:p>
            <a:r>
              <a:rPr lang="en-US" sz="180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Item (</a:t>
            </a:r>
            <a:r>
              <a:rPr lang="en-US" sz="18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Articolo</a:t>
            </a:r>
            <a:r>
              <a:rPr lang="en-US" sz="180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)</a:t>
            </a:r>
          </a:p>
          <a:p>
            <a:r>
              <a:rPr lang="en-US" sz="180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Auction (Asta)</a:t>
            </a:r>
          </a:p>
          <a:p>
            <a:r>
              <a:rPr lang="en-US" sz="180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Offer</a:t>
            </a:r>
          </a:p>
          <a:p>
            <a:endParaRPr lang="it-IT" sz="18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latin typeface="Gill Sans MT"/>
              <a:ea typeface="DengXia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451875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components</a:t>
            </a:r>
          </a:p>
        </p:txBody>
      </p:sp>
      <p:sp>
        <p:nvSpPr>
          <p:cNvPr id="10" name="文本占位符 5">
            <a:extLst>
              <a:ext uri="{FF2B5EF4-FFF2-40B4-BE49-F238E27FC236}">
                <a16:creationId xmlns:a16="http://schemas.microsoft.com/office/drawing/2014/main" id="{12970A16-5980-0CD0-4D89-1D7AB17F3F4F}"/>
              </a:ext>
            </a:extLst>
          </p:cNvPr>
          <p:cNvSpPr txBox="1">
            <a:spLocks/>
          </p:cNvSpPr>
          <p:nvPr/>
        </p:nvSpPr>
        <p:spPr>
          <a:xfrm>
            <a:off x="3768967" y="1434692"/>
            <a:ext cx="4176228" cy="836827"/>
          </a:xfrm>
          <a:prstGeom prst="rect">
            <a:avLst/>
          </a:prstGeom>
        </p:spPr>
        <p:txBody>
          <a:bodyPr lIns="109728" tIns="109728" rIns="109728" bIns="9144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2000" b="1" kern="1200" cap="all" spc="3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2000" b="1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800" b="1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600" b="1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600" b="1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ea typeface="DengXian"/>
              </a:rPr>
              <a:t>Views &amp; components </a:t>
            </a: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7D8AC58B-F8B4-1BCD-FF59-CEDC42FD1CFD}"/>
              </a:ext>
            </a:extLst>
          </p:cNvPr>
          <p:cNvSpPr txBox="1">
            <a:spLocks/>
          </p:cNvSpPr>
          <p:nvPr/>
        </p:nvSpPr>
        <p:spPr>
          <a:xfrm>
            <a:off x="3754591" y="2411879"/>
            <a:ext cx="4176228" cy="3830945"/>
          </a:xfrm>
          <a:prstGeom prst="rect">
            <a:avLst/>
          </a:prstGeom>
        </p:spPr>
        <p:txBody>
          <a:bodyPr lIns="109728" tIns="109728" rIns="109728" bIns="91440" anchor="t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3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Login</a:t>
            </a:r>
            <a:endParaRPr lang="zh-CN" altLang="en-US" dirty="0"/>
          </a:p>
          <a:p>
            <a:pPr lvl="1"/>
            <a:r>
              <a:rPr lang="en-US" sz="1200" dirty="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Login form</a:t>
            </a:r>
            <a:endParaRPr lang="en-US" sz="1200" dirty="0">
              <a:ea typeface="DengXian"/>
            </a:endParaRPr>
          </a:p>
          <a:p>
            <a:r>
              <a:rPr lang="en-US" sz="1500" dirty="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Sell Page</a:t>
            </a:r>
          </a:p>
          <a:p>
            <a:pPr lvl="1"/>
            <a:r>
              <a:rPr lang="en-US" sz="1200" dirty="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List of Auction (ordered by date) not closed</a:t>
            </a:r>
          </a:p>
          <a:p>
            <a:pPr lvl="1"/>
            <a:r>
              <a:rPr lang="en-US" sz="1200" dirty="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List of Auction closed</a:t>
            </a:r>
          </a:p>
          <a:p>
            <a:pPr lvl="1"/>
            <a:r>
              <a:rPr lang="en-US" sz="1200" dirty="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Create Item Form</a:t>
            </a:r>
          </a:p>
          <a:p>
            <a:pPr lvl="1"/>
            <a:r>
              <a:rPr lang="en-US" sz="1200" dirty="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Create Auction Form (</a:t>
            </a:r>
            <a:r>
              <a:rPr lang="en-US" sz="1200" dirty="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mostra</a:t>
            </a:r>
            <a:r>
              <a:rPr lang="en-US" sz="1200" dirty="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l'elenco</a:t>
            </a:r>
            <a:r>
              <a:rPr lang="en-US" sz="1200" dirty="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degli</a:t>
            </a:r>
            <a:r>
              <a:rPr lang="en-US" sz="1200" dirty="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articoli</a:t>
            </a:r>
            <a:r>
              <a:rPr lang="en-US" sz="1200" dirty="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disponibili</a:t>
            </a:r>
            <a:r>
              <a:rPr lang="en-US" sz="1200" dirty="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)</a:t>
            </a:r>
          </a:p>
          <a:p>
            <a:r>
              <a:rPr lang="en-US" sz="1500" dirty="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Buy Page</a:t>
            </a:r>
          </a:p>
          <a:p>
            <a:pPr lvl="1"/>
            <a:r>
              <a:rPr lang="en-US" sz="1200" dirty="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Keyword form</a:t>
            </a:r>
          </a:p>
          <a:p>
            <a:pPr lvl="1"/>
            <a:r>
              <a:rPr lang="en-US" sz="1200" dirty="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List of Won Auction</a:t>
            </a:r>
          </a:p>
          <a:p>
            <a:pPr lvl="1"/>
            <a:r>
              <a:rPr lang="en-US" sz="1200" dirty="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List of Auction</a:t>
            </a:r>
          </a:p>
          <a:p>
            <a:pPr lvl="1"/>
            <a:r>
              <a:rPr lang="en-US" sz="1200" dirty="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Give Offer Form</a:t>
            </a:r>
          </a:p>
          <a:p>
            <a:pPr lvl="1"/>
            <a:endParaRPr lang="en-US" sz="1500" dirty="0">
              <a:solidFill>
                <a:srgbClr val="333333"/>
              </a:solidFill>
              <a:latin typeface="Times New Roman"/>
              <a:ea typeface="DengXian"/>
              <a:cs typeface="Calibri"/>
            </a:endParaRPr>
          </a:p>
          <a:p>
            <a:endParaRPr lang="it-IT" sz="1800" dirty="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 dirty="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 dirty="0">
              <a:solidFill>
                <a:srgbClr val="001E2E"/>
              </a:solidFill>
              <a:latin typeface="Gill Sans MT"/>
              <a:ea typeface="DengXian"/>
              <a:cs typeface="Calibri"/>
            </a:endParaRPr>
          </a:p>
        </p:txBody>
      </p:sp>
      <p:sp>
        <p:nvSpPr>
          <p:cNvPr id="14" name="文本占位符 5">
            <a:extLst>
              <a:ext uri="{FF2B5EF4-FFF2-40B4-BE49-F238E27FC236}">
                <a16:creationId xmlns:a16="http://schemas.microsoft.com/office/drawing/2014/main" id="{7780F03A-282A-6B7A-67D0-6CC3AE456B48}"/>
              </a:ext>
            </a:extLst>
          </p:cNvPr>
          <p:cNvSpPr txBox="1">
            <a:spLocks/>
          </p:cNvSpPr>
          <p:nvPr/>
        </p:nvSpPr>
        <p:spPr>
          <a:xfrm>
            <a:off x="7940595" y="1437398"/>
            <a:ext cx="2936364" cy="849742"/>
          </a:xfrm>
          <a:prstGeom prst="rect">
            <a:avLst/>
          </a:prstGeom>
        </p:spPr>
        <p:txBody>
          <a:bodyPr lIns="109728" tIns="109728" rIns="109728" bIns="9144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2000" b="1" kern="1200" cap="all" spc="3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2000" b="1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800" b="1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600" b="1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600" b="1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ea typeface="DengXian"/>
              </a:rPr>
              <a:t>Servlet</a:t>
            </a: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EEDB1B41-3235-BBAC-68FC-4BF91137FBCB}"/>
              </a:ext>
            </a:extLst>
          </p:cNvPr>
          <p:cNvSpPr txBox="1">
            <a:spLocks/>
          </p:cNvSpPr>
          <p:nvPr/>
        </p:nvSpPr>
        <p:spPr>
          <a:xfrm>
            <a:off x="7947852" y="2411880"/>
            <a:ext cx="3313735" cy="4163559"/>
          </a:xfrm>
          <a:prstGeom prst="rect">
            <a:avLst/>
          </a:prstGeom>
        </p:spPr>
        <p:txBody>
          <a:bodyPr lIns="109728" tIns="109728" rIns="109728" bIns="91440" anchor="t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3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12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Check</a:t>
            </a:r>
            <a:r>
              <a:rPr lang="en-US" altLang="zh-CN" sz="12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Login</a:t>
            </a:r>
            <a:endParaRPr lang="zh-CN" altLang="en-US" sz="1200">
              <a:solidFill>
                <a:srgbClr val="001E2E"/>
              </a:solidFill>
              <a:latin typeface="DengXian"/>
              <a:ea typeface="DengXian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altLang="zh-CN" sz="120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Logout</a:t>
            </a:r>
          </a:p>
          <a:p>
            <a:pPr>
              <a:lnSpc>
                <a:spcPct val="80000"/>
              </a:lnSpc>
            </a:pPr>
            <a:r>
              <a:rPr lang="en-US" altLang="zh-CN" sz="12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CreateNewAuction</a:t>
            </a:r>
            <a:endParaRPr lang="en-US" altLang="zh-CN" sz="1200">
              <a:solidFill>
                <a:srgbClr val="333333"/>
              </a:solidFill>
              <a:latin typeface="Times New Roman"/>
              <a:ea typeface="DengXian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altLang="zh-CN" sz="12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CreateNewItem</a:t>
            </a:r>
            <a:endParaRPr lang="en-US" altLang="zh-CN" sz="1200">
              <a:solidFill>
                <a:srgbClr val="333333"/>
              </a:solidFill>
              <a:latin typeface="Times New Roman"/>
              <a:ea typeface="DengXian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altLang="zh-CN" sz="12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FindItemWithKeyword</a:t>
            </a:r>
            <a:endParaRPr lang="en-US" altLang="zh-CN" sz="1200">
              <a:solidFill>
                <a:srgbClr val="333333"/>
              </a:solidFill>
              <a:latin typeface="Times New Roman"/>
              <a:ea typeface="DengXian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altLang="zh-CN" sz="12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GetAuctionDetials</a:t>
            </a:r>
            <a:endParaRPr lang="en-US" altLang="zh-CN" sz="1200">
              <a:solidFill>
                <a:srgbClr val="333333"/>
              </a:solidFill>
              <a:latin typeface="Times New Roman"/>
              <a:ea typeface="DengXian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altLang="zh-CN" sz="12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GetAuctionItemDetails</a:t>
            </a:r>
            <a:endParaRPr lang="en-US" altLang="zh-CN" sz="1200">
              <a:solidFill>
                <a:srgbClr val="333333"/>
              </a:solidFill>
              <a:latin typeface="Times New Roman"/>
              <a:ea typeface="DengXian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altLang="zh-CN" sz="12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GetOfferOfAuction</a:t>
            </a:r>
            <a:endParaRPr lang="en-US" altLang="zh-CN" sz="1200">
              <a:solidFill>
                <a:srgbClr val="333333"/>
              </a:solidFill>
              <a:latin typeface="Times New Roman"/>
              <a:ea typeface="DengXian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altLang="zh-CN" sz="12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GiveOffer</a:t>
            </a:r>
            <a:endParaRPr lang="en-US" altLang="zh-CN" sz="1200">
              <a:solidFill>
                <a:srgbClr val="333333"/>
              </a:solidFill>
              <a:latin typeface="Times New Roman"/>
              <a:ea typeface="DengXian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altLang="zh-CN" sz="12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GoToBuyPage</a:t>
            </a:r>
            <a:endParaRPr lang="en-US" altLang="zh-CN" sz="1200">
              <a:solidFill>
                <a:srgbClr val="333333"/>
              </a:solidFill>
              <a:latin typeface="Times New Roman"/>
              <a:ea typeface="DengXian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altLang="zh-CN" sz="12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GoToHomePage</a:t>
            </a:r>
            <a:endParaRPr lang="en-US" altLang="zh-CN" sz="1200">
              <a:solidFill>
                <a:srgbClr val="333333"/>
              </a:solidFill>
              <a:latin typeface="Times New Roman"/>
              <a:ea typeface="DengXian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altLang="zh-CN" sz="12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GoToOfferDetailsPage</a:t>
            </a:r>
            <a:endParaRPr lang="en-US" altLang="zh-CN" sz="1200">
              <a:solidFill>
                <a:srgbClr val="333333"/>
              </a:solidFill>
              <a:latin typeface="Times New Roman"/>
              <a:ea typeface="DengXian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altLang="zh-CN" sz="12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GoToSellPage</a:t>
            </a:r>
          </a:p>
          <a:p>
            <a:pPr>
              <a:lnSpc>
                <a:spcPct val="50000"/>
              </a:lnSpc>
            </a:pPr>
            <a:endParaRPr lang="en-US" altLang="zh-CN" sz="1200">
              <a:solidFill>
                <a:srgbClr val="333333"/>
              </a:solidFill>
              <a:latin typeface="Times New Roman"/>
              <a:ea typeface="DengXian"/>
              <a:cs typeface="Calibri"/>
            </a:endParaRPr>
          </a:p>
          <a:p>
            <a:endParaRPr lang="en-US" altLang="zh-CN" sz="1800">
              <a:solidFill>
                <a:srgbClr val="333333"/>
              </a:solidFill>
              <a:latin typeface="Times New Roman"/>
              <a:ea typeface="DengXian"/>
              <a:cs typeface="Calibri"/>
            </a:endParaRPr>
          </a:p>
          <a:p>
            <a:endParaRPr lang="it-IT" sz="18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latin typeface="Gill Sans MT"/>
              <a:ea typeface="DengXian"/>
            </a:endParaRPr>
          </a:p>
        </p:txBody>
      </p:sp>
    </p:spTree>
    <p:extLst>
      <p:ext uri="{BB962C8B-B14F-4D97-AF65-F5344CB8AC3E}">
        <p14:creationId xmlns:p14="http://schemas.microsoft.com/office/powerpoint/2010/main" val="1548339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5">
            <a:extLst>
              <a:ext uri="{FF2B5EF4-FFF2-40B4-BE49-F238E27FC236}">
                <a16:creationId xmlns:a16="http://schemas.microsoft.com/office/drawing/2014/main" id="{12970A16-5980-0CD0-4D89-1D7AB17F3F4F}"/>
              </a:ext>
            </a:extLst>
          </p:cNvPr>
          <p:cNvSpPr txBox="1">
            <a:spLocks/>
          </p:cNvSpPr>
          <p:nvPr/>
        </p:nvSpPr>
        <p:spPr>
          <a:xfrm>
            <a:off x="1098434" y="182156"/>
            <a:ext cx="9962261" cy="836827"/>
          </a:xfrm>
          <a:prstGeom prst="rect">
            <a:avLst/>
          </a:prstGeom>
        </p:spPr>
        <p:txBody>
          <a:bodyPr lIns="109728" tIns="109728" rIns="109728" bIns="9144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2000" b="1" kern="1200" cap="all" spc="3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2000" b="1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800" b="1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600" b="1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600" b="1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ea typeface="DengXian"/>
              </a:rPr>
              <a:t>Data access objects (classes) </a:t>
            </a: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7D8AC58B-F8B4-1BCD-FF59-CEDC42FD1CFD}"/>
              </a:ext>
            </a:extLst>
          </p:cNvPr>
          <p:cNvSpPr txBox="1">
            <a:spLocks/>
          </p:cNvSpPr>
          <p:nvPr/>
        </p:nvSpPr>
        <p:spPr>
          <a:xfrm>
            <a:off x="1095510" y="1018982"/>
            <a:ext cx="5005972" cy="3684588"/>
          </a:xfrm>
          <a:prstGeom prst="rect">
            <a:avLst/>
          </a:prstGeom>
        </p:spPr>
        <p:txBody>
          <a:bodyPr lIns="109728" tIns="109728" rIns="109728" bIns="91440" anchor="t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3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User DAO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checkCredentials</a:t>
            </a:r>
            <a:r>
              <a:rPr lang="en-US" sz="150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 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(username, password)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findUserOfAuction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 (auction)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findUserOfAuctionByOffer</a:t>
            </a:r>
            <a:r>
              <a:rPr lang="en-US" sz="150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 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(offer)</a:t>
            </a:r>
          </a:p>
          <a:p>
            <a:r>
              <a:rPr lang="en-US" sz="1800" b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Auction DAO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findAuction</a:t>
            </a:r>
            <a:r>
              <a:rPr lang="en-US" sz="150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 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(id)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createAuction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 (auction)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closeAuction</a:t>
            </a:r>
            <a:r>
              <a:rPr lang="en-US" sz="150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 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(auction)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findAllAuction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 (</a:t>
            </a:r>
            <a:r>
              <a:rPr lang="en-US" sz="1500" err="1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userId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findAllAuctionOFF</a:t>
            </a:r>
            <a:r>
              <a:rPr lang="en-US" sz="150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 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(user)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findAllAuctionWithItemID</a:t>
            </a:r>
            <a:r>
              <a:rPr lang="en-US" sz="150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 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(</a:t>
            </a:r>
            <a:r>
              <a:rPr lang="en-US" sz="1500" err="1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itemId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getCurrentMaxBid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 (</a:t>
            </a:r>
            <a:r>
              <a:rPr lang="en-US" sz="1500" err="1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auctionId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)</a:t>
            </a:r>
          </a:p>
          <a:p>
            <a:r>
              <a:rPr lang="en-US" sz="1800" b="1" err="1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WonAuction</a:t>
            </a:r>
            <a:r>
              <a:rPr lang="en-US" sz="1800" b="1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 DAO</a:t>
            </a:r>
            <a:endParaRPr lang="en-US" sz="18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findAllAuctionsWonByUser</a:t>
            </a:r>
            <a:r>
              <a:rPr lang="en-US" sz="1500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 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(id)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findUseerWonByAuction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 (auction)</a:t>
            </a:r>
            <a:endParaRPr lang="en-US"/>
          </a:p>
          <a:p>
            <a:endParaRPr lang="en-US" sz="18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sz="18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solidFill>
                <a:srgbClr val="001E2E"/>
              </a:solidFill>
              <a:latin typeface="Gill Sans MT"/>
              <a:ea typeface="DengXian"/>
              <a:cs typeface="Calibri"/>
            </a:endParaRP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6C4AF17D-5528-5D8D-4B3F-AAABB366DBA2}"/>
              </a:ext>
            </a:extLst>
          </p:cNvPr>
          <p:cNvSpPr txBox="1">
            <a:spLocks/>
          </p:cNvSpPr>
          <p:nvPr/>
        </p:nvSpPr>
        <p:spPr>
          <a:xfrm>
            <a:off x="6098831" y="1018982"/>
            <a:ext cx="5005972" cy="3684588"/>
          </a:xfrm>
          <a:prstGeom prst="rect">
            <a:avLst/>
          </a:prstGeom>
        </p:spPr>
        <p:txBody>
          <a:bodyPr lIns="109728" tIns="109728" rIns="109728" bIns="91440" anchor="t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3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 spc="9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Item DAO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findItem</a:t>
            </a:r>
            <a:r>
              <a:rPr lang="en-US" sz="150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 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(id)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createItem</a:t>
            </a:r>
            <a:r>
              <a:rPr lang="en-US" sz="150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 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(item)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insertItemInAuction</a:t>
            </a:r>
            <a:r>
              <a:rPr lang="en-US" sz="150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 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(auction, item)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updateItemState</a:t>
            </a:r>
            <a:r>
              <a:rPr lang="en-US" sz="1500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 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(item)</a:t>
            </a:r>
            <a:endParaRPr lang="en-US" sz="1500">
              <a:solidFill>
                <a:srgbClr val="B4A078"/>
              </a:solidFill>
              <a:latin typeface="Times New Roman"/>
              <a:ea typeface="DengXian"/>
              <a:cs typeface="Calibri"/>
            </a:endParaRP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findAllItemUnSold</a:t>
            </a:r>
            <a:r>
              <a:rPr lang="en-US" sz="1500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 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()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findItemWithKeyWord</a:t>
            </a:r>
            <a:r>
              <a:rPr lang="en-US" sz="1500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 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(keyword)</a:t>
            </a:r>
            <a:endParaRPr lang="en-US">
              <a:solidFill>
                <a:srgbClr val="B4A078"/>
              </a:solidFill>
            </a:endParaRP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findItem_ID_WithKeyWord</a:t>
            </a:r>
            <a:r>
              <a:rPr lang="en-US" sz="1500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 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(keyword)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findAll_ItemID_OfAuction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 (</a:t>
            </a:r>
            <a:r>
              <a:rPr lang="en-US" sz="1500" err="1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aucID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findAll_Item_OfAuction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 (</a:t>
            </a:r>
            <a:r>
              <a:rPr lang="en-US" sz="1500" err="1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aucID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Times New Roman"/>
              </a:rPr>
              <a:t>findAll_Item_Not_In_Auctioned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Times New Roman"/>
              </a:rPr>
              <a:t> ()</a:t>
            </a:r>
          </a:p>
          <a:p>
            <a:r>
              <a:rPr lang="en-US" sz="1800" b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Offer DAO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findOffer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 (id)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createOffer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 (offer)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findAllOfferOfAuction</a:t>
            </a:r>
            <a:r>
              <a:rPr lang="en-US" sz="1500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 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(auction)</a:t>
            </a:r>
          </a:p>
          <a:p>
            <a:pPr lvl="1"/>
            <a:r>
              <a:rPr lang="en-US" sz="1500" err="1">
                <a:solidFill>
                  <a:srgbClr val="333333"/>
                </a:solidFill>
                <a:latin typeface="Times New Roman"/>
                <a:ea typeface="DengXian"/>
                <a:cs typeface="Calibri"/>
              </a:rPr>
              <a:t>findAllOfferOfAuctionByAucID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 (</a:t>
            </a:r>
            <a:r>
              <a:rPr lang="en-US" sz="1500" err="1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auctionID</a:t>
            </a:r>
            <a:r>
              <a:rPr lang="en-US" sz="1500">
                <a:solidFill>
                  <a:srgbClr val="B4A078"/>
                </a:solidFill>
                <a:latin typeface="Times New Roman"/>
                <a:ea typeface="DengXian"/>
                <a:cs typeface="Calibri"/>
              </a:rPr>
              <a:t>)</a:t>
            </a:r>
          </a:p>
          <a:p>
            <a:endParaRPr lang="en-US" sz="18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sz="1800">
              <a:solidFill>
                <a:srgbClr val="333333"/>
              </a:solidFill>
              <a:latin typeface="Times New Roman"/>
              <a:ea typeface="DengXian"/>
              <a:cs typeface="Times New Roman"/>
            </a:endParaRPr>
          </a:p>
          <a:p>
            <a:endParaRPr lang="it-IT" altLang="zh-CN" sz="1100">
              <a:solidFill>
                <a:srgbClr val="000000"/>
              </a:solidFill>
              <a:latin typeface="Calibri"/>
              <a:ea typeface="DengXian"/>
              <a:cs typeface="Calibri"/>
            </a:endParaRPr>
          </a:p>
          <a:p>
            <a:pPr marL="342900" indent="-342900"/>
            <a:endParaRPr lang="it-IT" altLang="zh-CN" sz="2000">
              <a:solidFill>
                <a:srgbClr val="001E2E"/>
              </a:solidFill>
              <a:latin typeface="Gill Sans MT"/>
              <a:ea typeface="DengXian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0935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451875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EVENT: LOGIN</a:t>
            </a:r>
          </a:p>
        </p:txBody>
      </p:sp>
      <p:pic>
        <p:nvPicPr>
          <p:cNvPr id="2" name="图片 2" descr="图示&#10;&#10;已自动生成说明">
            <a:extLst>
              <a:ext uri="{FF2B5EF4-FFF2-40B4-BE49-F238E27FC236}">
                <a16:creationId xmlns:a16="http://schemas.microsoft.com/office/drawing/2014/main" id="{8B8478D2-491E-B229-893F-151CF4741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50" y="1925744"/>
            <a:ext cx="12203501" cy="415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615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451875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EVENT: </a:t>
            </a:r>
            <a:r>
              <a:rPr lang="en-US" altLang="zh-CN" sz="2800" b="1" cap="all" err="1">
                <a:solidFill>
                  <a:srgbClr val="B4A078"/>
                </a:solidFill>
                <a:latin typeface="Gill Sans MT"/>
              </a:rPr>
              <a:t>gotosellpage</a:t>
            </a:r>
          </a:p>
        </p:txBody>
      </p:sp>
      <p:pic>
        <p:nvPicPr>
          <p:cNvPr id="2" name="Immagine 2" descr="Immagine che contiene diagramma&#10;&#10;Descrizione generata automaticamente">
            <a:extLst>
              <a:ext uri="{FF2B5EF4-FFF2-40B4-BE49-F238E27FC236}">
                <a16:creationId xmlns:a16="http://schemas.microsoft.com/office/drawing/2014/main" id="{3ADA5F0C-F2A7-5DF0-E08B-1C206E0C6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086" y="1780281"/>
            <a:ext cx="9860351" cy="429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131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451875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EVENT: </a:t>
            </a:r>
            <a:r>
              <a:rPr lang="en-US" altLang="zh-CN" sz="2800" b="1" cap="all" err="1">
                <a:solidFill>
                  <a:srgbClr val="B4A078"/>
                </a:solidFill>
                <a:latin typeface="Gill Sans MT"/>
              </a:rPr>
              <a:t>gotobuypage</a:t>
            </a:r>
          </a:p>
        </p:txBody>
      </p:sp>
      <p:pic>
        <p:nvPicPr>
          <p:cNvPr id="2" name="Immagine 2" descr="Immagine che contiene diagramma&#10;&#10;Descrizione generata automaticamente">
            <a:extLst>
              <a:ext uri="{FF2B5EF4-FFF2-40B4-BE49-F238E27FC236}">
                <a16:creationId xmlns:a16="http://schemas.microsoft.com/office/drawing/2014/main" id="{F1F123BB-75AE-0150-4693-137C06307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857" y="1780298"/>
            <a:ext cx="9949542" cy="451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895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451875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EVENT: </a:t>
            </a:r>
            <a:r>
              <a:rPr lang="en-US" altLang="zh-CN" sz="2800" b="1" cap="all" err="1">
                <a:solidFill>
                  <a:srgbClr val="B4A078"/>
                </a:solidFill>
                <a:latin typeface="Gill Sans MT"/>
              </a:rPr>
              <a:t>createnewItem</a:t>
            </a:r>
          </a:p>
        </p:txBody>
      </p:sp>
      <p:pic>
        <p:nvPicPr>
          <p:cNvPr id="2" name="Immagine 2" descr="Immagine che contiene diagramma&#10;&#10;Descrizione generata automaticamente">
            <a:extLst>
              <a:ext uri="{FF2B5EF4-FFF2-40B4-BE49-F238E27FC236}">
                <a16:creationId xmlns:a16="http://schemas.microsoft.com/office/drawing/2014/main" id="{A351770A-AF90-36F6-F91D-66CBC8211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852" y="1749333"/>
            <a:ext cx="9920748" cy="485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7499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451875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EVENT: </a:t>
            </a:r>
            <a:r>
              <a:rPr lang="en-US" altLang="zh-CN" sz="2800" b="1" cap="all" err="1">
                <a:solidFill>
                  <a:srgbClr val="B4A078"/>
                </a:solidFill>
                <a:latin typeface="Gill Sans MT"/>
              </a:rPr>
              <a:t>createnewIauction</a:t>
            </a:r>
          </a:p>
        </p:txBody>
      </p:sp>
      <p:pic>
        <p:nvPicPr>
          <p:cNvPr id="2" name="Immagine 2" descr="Immagine che contiene diagramma&#10;&#10;Descrizione generata automaticamente">
            <a:extLst>
              <a:ext uri="{FF2B5EF4-FFF2-40B4-BE49-F238E27FC236}">
                <a16:creationId xmlns:a16="http://schemas.microsoft.com/office/drawing/2014/main" id="{10593304-69C8-C5BE-0094-7D3C5839D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852" y="1784244"/>
            <a:ext cx="9912554" cy="4133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8988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451875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EVENT: </a:t>
            </a:r>
            <a:r>
              <a:rPr lang="en-US" altLang="zh-CN" sz="2800" b="1" cap="all" err="1">
                <a:solidFill>
                  <a:srgbClr val="B4A078"/>
                </a:solidFill>
                <a:latin typeface="Gill Sans MT"/>
              </a:rPr>
              <a:t>getauctiondetails</a:t>
            </a:r>
          </a:p>
        </p:txBody>
      </p:sp>
      <p:pic>
        <p:nvPicPr>
          <p:cNvPr id="3" name="Immagine 4" descr="Immagine che contiene diagramma&#10;&#10;Descrizione generata automaticamente">
            <a:extLst>
              <a:ext uri="{FF2B5EF4-FFF2-40B4-BE49-F238E27FC236}">
                <a16:creationId xmlns:a16="http://schemas.microsoft.com/office/drawing/2014/main" id="{53212970-F1EA-A423-93CE-D994C6605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852" y="1894975"/>
            <a:ext cx="9912554" cy="419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7747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451875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EVENT: </a:t>
            </a:r>
            <a:r>
              <a:rPr lang="en-US" altLang="zh-CN" sz="2800" b="1" cap="all" err="1">
                <a:solidFill>
                  <a:srgbClr val="B4A078"/>
                </a:solidFill>
                <a:latin typeface="Gill Sans MT"/>
              </a:rPr>
              <a:t>finditemwithkeyword</a:t>
            </a:r>
          </a:p>
        </p:txBody>
      </p:sp>
      <p:pic>
        <p:nvPicPr>
          <p:cNvPr id="2" name="Immagine 2" descr="Immagine che contiene diagramma&#10;&#10;Descrizione generata automaticamente">
            <a:extLst>
              <a:ext uri="{FF2B5EF4-FFF2-40B4-BE49-F238E27FC236}">
                <a16:creationId xmlns:a16="http://schemas.microsoft.com/office/drawing/2014/main" id="{AD2702B9-42ED-B473-E606-42EBAD4EB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852" y="2007618"/>
            <a:ext cx="9912554" cy="423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453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451875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EVENT: </a:t>
            </a:r>
            <a:r>
              <a:rPr lang="en-US" altLang="zh-CN" sz="2800" b="1" cap="all" err="1">
                <a:solidFill>
                  <a:srgbClr val="B4A078"/>
                </a:solidFill>
                <a:latin typeface="Gill Sans MT"/>
              </a:rPr>
              <a:t>getauctionitemdetails</a:t>
            </a:r>
          </a:p>
        </p:txBody>
      </p:sp>
      <p:pic>
        <p:nvPicPr>
          <p:cNvPr id="2" name="Immagine 2" descr="Immagine che contiene diagramma&#10;&#10;Descrizione generata automaticamente">
            <a:extLst>
              <a:ext uri="{FF2B5EF4-FFF2-40B4-BE49-F238E27FC236}">
                <a16:creationId xmlns:a16="http://schemas.microsoft.com/office/drawing/2014/main" id="{DE1D41CF-C8AD-77ED-F6EF-81447660C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852" y="1990488"/>
            <a:ext cx="9912554" cy="418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58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451875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EVENT: </a:t>
            </a:r>
            <a:r>
              <a:rPr lang="en-US" altLang="zh-CN" sz="2800" b="1" cap="all" err="1">
                <a:solidFill>
                  <a:srgbClr val="B4A078"/>
                </a:solidFill>
                <a:latin typeface="Gill Sans MT"/>
              </a:rPr>
              <a:t>giveoffer</a:t>
            </a:r>
          </a:p>
        </p:txBody>
      </p:sp>
      <p:pic>
        <p:nvPicPr>
          <p:cNvPr id="2" name="Immagine 2" descr="Immagine che contiene diagramma&#10;&#10;Descrizione generata automaticamente">
            <a:extLst>
              <a:ext uri="{FF2B5EF4-FFF2-40B4-BE49-F238E27FC236}">
                <a16:creationId xmlns:a16="http://schemas.microsoft.com/office/drawing/2014/main" id="{03D64708-AAFB-3B1D-A4D0-C0BD0A8F8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852" y="1879296"/>
            <a:ext cx="9912554" cy="406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5140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95035FB-69C5-B278-09D6-159257064A20}"/>
              </a:ext>
            </a:extLst>
          </p:cNvPr>
          <p:cNvSpPr/>
          <p:nvPr/>
        </p:nvSpPr>
        <p:spPr>
          <a:xfrm>
            <a:off x="1100666" y="451875"/>
            <a:ext cx="9906000" cy="1128888"/>
          </a:xfrm>
          <a:prstGeom prst="rect">
            <a:avLst/>
          </a:prstGeom>
          <a:solidFill>
            <a:srgbClr val="33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2800" b="1" cap="all">
                <a:solidFill>
                  <a:srgbClr val="B4A078"/>
                </a:solidFill>
                <a:latin typeface="Gill Sans MT"/>
              </a:rPr>
              <a:t>EVENT: logout</a:t>
            </a:r>
          </a:p>
        </p:txBody>
      </p:sp>
      <p:pic>
        <p:nvPicPr>
          <p:cNvPr id="2" name="Immagine 2" descr="Immagine che contiene diagramma&#10;&#10;Descrizione generata automaticamente">
            <a:extLst>
              <a:ext uri="{FF2B5EF4-FFF2-40B4-BE49-F238E27FC236}">
                <a16:creationId xmlns:a16="http://schemas.microsoft.com/office/drawing/2014/main" id="{0A6946D3-40FF-473F-B5C9-34D2FD85D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529" y="1715877"/>
            <a:ext cx="7192296" cy="4745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45995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DengXian"/>
        <a:ea typeface=""/>
        <a:cs typeface=""/>
      </a:majorFont>
      <a:minorFont>
        <a:latin typeface="DengXi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2061</Words>
  <Application>Microsoft Office PowerPoint</Application>
  <PresentationFormat>宽屏</PresentationFormat>
  <Paragraphs>217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Arial,Sans-Serif</vt:lpstr>
      <vt:lpstr>Söhne</vt:lpstr>
      <vt:lpstr>DengXian</vt:lpstr>
      <vt:lpstr>Arial</vt:lpstr>
      <vt:lpstr>Arial Black</vt:lpstr>
      <vt:lpstr>Calibri</vt:lpstr>
      <vt:lpstr>Gill Sans MT</vt:lpstr>
      <vt:lpstr>Times New Roman</vt:lpstr>
      <vt:lpstr>AngleLinesVTI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ximeng cai</cp:lastModifiedBy>
  <cp:revision>19</cp:revision>
  <dcterms:created xsi:type="dcterms:W3CDTF">2012-07-28T05:39:45Z</dcterms:created>
  <dcterms:modified xsi:type="dcterms:W3CDTF">2023-06-30T20:55:30Z</dcterms:modified>
</cp:coreProperties>
</file>